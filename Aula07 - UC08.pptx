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72" r:id="rId6"/>
    <p:sldId id="273" r:id="rId7"/>
    <p:sldId id="281" r:id="rId8"/>
    <p:sldId id="282" r:id="rId9"/>
    <p:sldId id="285" r:id="rId10"/>
    <p:sldId id="286" r:id="rId11"/>
    <p:sldId id="287" r:id="rId12"/>
    <p:sldId id="288" r:id="rId13"/>
    <p:sldId id="289" r:id="rId14"/>
    <p:sldId id="290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5" r:id="rId25"/>
    <p:sldId id="306" r:id="rId26"/>
    <p:sldId id="301" r:id="rId27"/>
    <p:sldId id="302" r:id="rId28"/>
    <p:sldId id="303" r:id="rId29"/>
    <p:sldId id="304" r:id="rId30"/>
    <p:sldId id="279" r:id="rId31"/>
    <p:sldId id="259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Éder Silva - SPS Power" userId="5f5aed2d-c409-4fd8-88f9-2db8717a9899" providerId="ADAL" clId="{1BDDBB02-A91A-4A2A-B06F-3120CC29CC12}"/>
    <pc:docChg chg="custSel addSld modSld">
      <pc:chgData name="Éder Silva - SPS Power" userId="5f5aed2d-c409-4fd8-88f9-2db8717a9899" providerId="ADAL" clId="{1BDDBB02-A91A-4A2A-B06F-3120CC29CC12}" dt="2026-05-25T21:10:14.315" v="560" actId="1076"/>
      <pc:docMkLst>
        <pc:docMk/>
      </pc:docMkLst>
      <pc:sldChg chg="modSp mod">
        <pc:chgData name="Éder Silva - SPS Power" userId="5f5aed2d-c409-4fd8-88f9-2db8717a9899" providerId="ADAL" clId="{1BDDBB02-A91A-4A2A-B06F-3120CC29CC12}" dt="2026-05-25T19:56:31.122" v="0" actId="20577"/>
        <pc:sldMkLst>
          <pc:docMk/>
          <pc:sldMk cId="590018803" sldId="256"/>
        </pc:sldMkLst>
        <pc:spChg chg="mod">
          <ac:chgData name="Éder Silva - SPS Power" userId="5f5aed2d-c409-4fd8-88f9-2db8717a9899" providerId="ADAL" clId="{1BDDBB02-A91A-4A2A-B06F-3120CC29CC12}" dt="2026-05-25T19:56:31.122" v="0" actId="20577"/>
          <ac:spMkLst>
            <pc:docMk/>
            <pc:sldMk cId="590018803" sldId="256"/>
            <ac:spMk id="9" creationId="{44D7A540-71D6-0D22-F693-B3F9A5FAD1F2}"/>
          </ac:spMkLst>
        </pc:spChg>
      </pc:sldChg>
      <pc:sldChg chg="addSp delSp modSp add mod">
        <pc:chgData name="Éder Silva - SPS Power" userId="5f5aed2d-c409-4fd8-88f9-2db8717a9899" providerId="ADAL" clId="{1BDDBB02-A91A-4A2A-B06F-3120CC29CC12}" dt="2026-05-25T21:08:11.851" v="453" actId="20577"/>
        <pc:sldMkLst>
          <pc:docMk/>
          <pc:sldMk cId="3553747655" sldId="296"/>
        </pc:sldMkLst>
        <pc:spChg chg="del">
          <ac:chgData name="Éder Silva - SPS Power" userId="5f5aed2d-c409-4fd8-88f9-2db8717a9899" providerId="ADAL" clId="{1BDDBB02-A91A-4A2A-B06F-3120CC29CC12}" dt="2026-05-25T19:56:51.540" v="2" actId="478"/>
          <ac:spMkLst>
            <pc:docMk/>
            <pc:sldMk cId="3553747655" sldId="296"/>
            <ac:spMk id="2" creationId="{AC2C7230-5E4C-F07E-849A-14CB5A813D76}"/>
          </ac:spMkLst>
        </pc:spChg>
        <pc:spChg chg="mod">
          <ac:chgData name="Éder Silva - SPS Power" userId="5f5aed2d-c409-4fd8-88f9-2db8717a9899" providerId="ADAL" clId="{1BDDBB02-A91A-4A2A-B06F-3120CC29CC12}" dt="2026-05-25T21:08:11.851" v="453" actId="20577"/>
          <ac:spMkLst>
            <pc:docMk/>
            <pc:sldMk cId="3553747655" sldId="296"/>
            <ac:spMk id="3" creationId="{04D65F8A-35B8-9AAC-36E8-D073F9DA25AF}"/>
          </ac:spMkLst>
        </pc:spChg>
        <pc:picChg chg="add mod">
          <ac:chgData name="Éder Silva - SPS Power" userId="5f5aed2d-c409-4fd8-88f9-2db8717a9899" providerId="ADAL" clId="{1BDDBB02-A91A-4A2A-B06F-3120CC29CC12}" dt="2026-05-25T20:34:45.263" v="356" actId="14861"/>
          <ac:picMkLst>
            <pc:docMk/>
            <pc:sldMk cId="3553747655" sldId="296"/>
            <ac:picMk id="9" creationId="{72EABBED-733B-EF26-D80D-DA8FF50C3783}"/>
          </ac:picMkLst>
        </pc:picChg>
        <pc:picChg chg="add mod">
          <ac:chgData name="Éder Silva - SPS Power" userId="5f5aed2d-c409-4fd8-88f9-2db8717a9899" providerId="ADAL" clId="{1BDDBB02-A91A-4A2A-B06F-3120CC29CC12}" dt="2026-05-25T20:34:49.005" v="357" actId="14861"/>
          <ac:picMkLst>
            <pc:docMk/>
            <pc:sldMk cId="3553747655" sldId="296"/>
            <ac:picMk id="11" creationId="{F58FC7E4-40E5-9DA9-1AB9-300B65FA8CB9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5T21:08:32.393" v="494" actId="20577"/>
        <pc:sldMkLst>
          <pc:docMk/>
          <pc:sldMk cId="2430914242" sldId="297"/>
        </pc:sldMkLst>
        <pc:spChg chg="mod">
          <ac:chgData name="Éder Silva - SPS Power" userId="5f5aed2d-c409-4fd8-88f9-2db8717a9899" providerId="ADAL" clId="{1BDDBB02-A91A-4A2A-B06F-3120CC29CC12}" dt="2026-05-25T21:08:32.393" v="494" actId="20577"/>
          <ac:spMkLst>
            <pc:docMk/>
            <pc:sldMk cId="2430914242" sldId="297"/>
            <ac:spMk id="3" creationId="{A2A9E2A9-3719-0CBC-3646-55D85D82BC9C}"/>
          </ac:spMkLst>
        </pc:spChg>
        <pc:picChg chg="add mod">
          <ac:chgData name="Éder Silva - SPS Power" userId="5f5aed2d-c409-4fd8-88f9-2db8717a9899" providerId="ADAL" clId="{1BDDBB02-A91A-4A2A-B06F-3120CC29CC12}" dt="2026-05-25T20:35:01.403" v="361" actId="1076"/>
          <ac:picMkLst>
            <pc:docMk/>
            <pc:sldMk cId="2430914242" sldId="297"/>
            <ac:picMk id="6" creationId="{364D7391-E3AD-6D76-E447-B5C37C7EFDDE}"/>
          </ac:picMkLst>
        </pc:picChg>
        <pc:picChg chg="del">
          <ac:chgData name="Éder Silva - SPS Power" userId="5f5aed2d-c409-4fd8-88f9-2db8717a9899" providerId="ADAL" clId="{1BDDBB02-A91A-4A2A-B06F-3120CC29CC12}" dt="2026-05-25T20:06:08.878" v="11" actId="478"/>
          <ac:picMkLst>
            <pc:docMk/>
            <pc:sldMk cId="2430914242" sldId="297"/>
            <ac:picMk id="9" creationId="{C325E902-066A-6808-AB6B-F7871A18BFE1}"/>
          </ac:picMkLst>
        </pc:picChg>
        <pc:picChg chg="del">
          <ac:chgData name="Éder Silva - SPS Power" userId="5f5aed2d-c409-4fd8-88f9-2db8717a9899" providerId="ADAL" clId="{1BDDBB02-A91A-4A2A-B06F-3120CC29CC12}" dt="2026-05-25T20:06:09.502" v="12" actId="478"/>
          <ac:picMkLst>
            <pc:docMk/>
            <pc:sldMk cId="2430914242" sldId="297"/>
            <ac:picMk id="11" creationId="{D876C9D5-4AE9-4FC3-AA9E-674CB8ED3B6A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5T20:35:22.990" v="365" actId="1076"/>
        <pc:sldMkLst>
          <pc:docMk/>
          <pc:sldMk cId="2580669797" sldId="298"/>
        </pc:sldMkLst>
        <pc:spChg chg="mod">
          <ac:chgData name="Éder Silva - SPS Power" userId="5f5aed2d-c409-4fd8-88f9-2db8717a9899" providerId="ADAL" clId="{1BDDBB02-A91A-4A2A-B06F-3120CC29CC12}" dt="2026-05-25T20:12:47.445" v="163" actId="20577"/>
          <ac:spMkLst>
            <pc:docMk/>
            <pc:sldMk cId="2580669797" sldId="298"/>
            <ac:spMk id="3" creationId="{38DD4492-D248-2C02-A837-7286465223F8}"/>
          </ac:spMkLst>
        </pc:spChg>
        <pc:picChg chg="del">
          <ac:chgData name="Éder Silva - SPS Power" userId="5f5aed2d-c409-4fd8-88f9-2db8717a9899" providerId="ADAL" clId="{1BDDBB02-A91A-4A2A-B06F-3120CC29CC12}" dt="2026-05-25T20:06:51.900" v="17" actId="478"/>
          <ac:picMkLst>
            <pc:docMk/>
            <pc:sldMk cId="2580669797" sldId="298"/>
            <ac:picMk id="6" creationId="{8C97B868-5288-A76B-9E50-8EE5063E11B4}"/>
          </ac:picMkLst>
        </pc:picChg>
        <pc:picChg chg="add mod">
          <ac:chgData name="Éder Silva - SPS Power" userId="5f5aed2d-c409-4fd8-88f9-2db8717a9899" providerId="ADAL" clId="{1BDDBB02-A91A-4A2A-B06F-3120CC29CC12}" dt="2026-05-25T20:35:22.990" v="365" actId="1076"/>
          <ac:picMkLst>
            <pc:docMk/>
            <pc:sldMk cId="2580669797" sldId="298"/>
            <ac:picMk id="9" creationId="{BE829A36-66B5-FBD8-F82B-BF792F00D1D9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5T20:35:39.370" v="367" actId="14861"/>
        <pc:sldMkLst>
          <pc:docMk/>
          <pc:sldMk cId="2984762710" sldId="299"/>
        </pc:sldMkLst>
        <pc:spChg chg="mod">
          <ac:chgData name="Éder Silva - SPS Power" userId="5f5aed2d-c409-4fd8-88f9-2db8717a9899" providerId="ADAL" clId="{1BDDBB02-A91A-4A2A-B06F-3120CC29CC12}" dt="2026-05-25T20:12:12.873" v="115" actId="20577"/>
          <ac:spMkLst>
            <pc:docMk/>
            <pc:sldMk cId="2984762710" sldId="299"/>
            <ac:spMk id="3" creationId="{56F0CE43-E1F0-73CC-C411-3A049054347A}"/>
          </ac:spMkLst>
        </pc:spChg>
        <pc:picChg chg="add mod">
          <ac:chgData name="Éder Silva - SPS Power" userId="5f5aed2d-c409-4fd8-88f9-2db8717a9899" providerId="ADAL" clId="{1BDDBB02-A91A-4A2A-B06F-3120CC29CC12}" dt="2026-05-25T20:35:36.015" v="366" actId="14861"/>
          <ac:picMkLst>
            <pc:docMk/>
            <pc:sldMk cId="2984762710" sldId="299"/>
            <ac:picMk id="6" creationId="{BBECFC56-44D4-A03E-6414-755510F93CCB}"/>
          </ac:picMkLst>
        </pc:picChg>
        <pc:picChg chg="del">
          <ac:chgData name="Éder Silva - SPS Power" userId="5f5aed2d-c409-4fd8-88f9-2db8717a9899" providerId="ADAL" clId="{1BDDBB02-A91A-4A2A-B06F-3120CC29CC12}" dt="2026-05-25T20:07:30.058" v="21" actId="478"/>
          <ac:picMkLst>
            <pc:docMk/>
            <pc:sldMk cId="2984762710" sldId="299"/>
            <ac:picMk id="9" creationId="{E610977B-9E63-50B4-1679-A38A13048AB9}"/>
          </ac:picMkLst>
        </pc:picChg>
        <pc:picChg chg="add mod">
          <ac:chgData name="Éder Silva - SPS Power" userId="5f5aed2d-c409-4fd8-88f9-2db8717a9899" providerId="ADAL" clId="{1BDDBB02-A91A-4A2A-B06F-3120CC29CC12}" dt="2026-05-25T20:35:39.370" v="367" actId="14861"/>
          <ac:picMkLst>
            <pc:docMk/>
            <pc:sldMk cId="2984762710" sldId="299"/>
            <ac:picMk id="11" creationId="{A5C3F786-E4FE-A178-7025-81E27A0782A2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5T21:08:44.933" v="498" actId="20577"/>
        <pc:sldMkLst>
          <pc:docMk/>
          <pc:sldMk cId="160606616" sldId="300"/>
        </pc:sldMkLst>
        <pc:spChg chg="mod">
          <ac:chgData name="Éder Silva - SPS Power" userId="5f5aed2d-c409-4fd8-88f9-2db8717a9899" providerId="ADAL" clId="{1BDDBB02-A91A-4A2A-B06F-3120CC29CC12}" dt="2026-05-25T21:08:44.933" v="498" actId="20577"/>
          <ac:spMkLst>
            <pc:docMk/>
            <pc:sldMk cId="160606616" sldId="300"/>
            <ac:spMk id="3" creationId="{ADD3C531-03EC-1EFB-5884-201D69FE4155}"/>
          </ac:spMkLst>
        </pc:spChg>
        <pc:graphicFrameChg chg="add mod modGraphic">
          <ac:chgData name="Éder Silva - SPS Power" userId="5f5aed2d-c409-4fd8-88f9-2db8717a9899" providerId="ADAL" clId="{1BDDBB02-A91A-4A2A-B06F-3120CC29CC12}" dt="2026-05-25T20:46:55.767" v="414" actId="1076"/>
          <ac:graphicFrameMkLst>
            <pc:docMk/>
            <pc:sldMk cId="160606616" sldId="300"/>
            <ac:graphicFrameMk id="12" creationId="{E8D62E7F-B7CD-05E9-F2A2-248AF959FEA6}"/>
          </ac:graphicFrameMkLst>
        </pc:graphicFrameChg>
        <pc:graphicFrameChg chg="add mod modGraphic">
          <ac:chgData name="Éder Silva - SPS Power" userId="5f5aed2d-c409-4fd8-88f9-2db8717a9899" providerId="ADAL" clId="{1BDDBB02-A91A-4A2A-B06F-3120CC29CC12}" dt="2026-05-25T20:47:42.885" v="424" actId="1076"/>
          <ac:graphicFrameMkLst>
            <pc:docMk/>
            <pc:sldMk cId="160606616" sldId="300"/>
            <ac:graphicFrameMk id="14" creationId="{6CD85715-F153-2DFC-E888-6C0274990718}"/>
          </ac:graphicFrameMkLst>
        </pc:graphicFrameChg>
        <pc:picChg chg="del">
          <ac:chgData name="Éder Silva - SPS Power" userId="5f5aed2d-c409-4fd8-88f9-2db8717a9899" providerId="ADAL" clId="{1BDDBB02-A91A-4A2A-B06F-3120CC29CC12}" dt="2026-05-25T20:10:25.509" v="31" actId="478"/>
          <ac:picMkLst>
            <pc:docMk/>
            <pc:sldMk cId="160606616" sldId="300"/>
            <ac:picMk id="6" creationId="{DA4FF807-ABA0-E2CC-38D6-8A9FAF003D79}"/>
          </ac:picMkLst>
        </pc:picChg>
        <pc:picChg chg="add mod">
          <ac:chgData name="Éder Silva - SPS Power" userId="5f5aed2d-c409-4fd8-88f9-2db8717a9899" providerId="ADAL" clId="{1BDDBB02-A91A-4A2A-B06F-3120CC29CC12}" dt="2026-05-25T20:35:54.350" v="368" actId="14861"/>
          <ac:picMkLst>
            <pc:docMk/>
            <pc:sldMk cId="160606616" sldId="300"/>
            <ac:picMk id="9" creationId="{28AA5ECA-2692-7295-8377-713E0D92BE8C}"/>
          </ac:picMkLst>
        </pc:picChg>
        <pc:picChg chg="del">
          <ac:chgData name="Éder Silva - SPS Power" userId="5f5aed2d-c409-4fd8-88f9-2db8717a9899" providerId="ADAL" clId="{1BDDBB02-A91A-4A2A-B06F-3120CC29CC12}" dt="2026-05-25T20:10:26.367" v="32" actId="478"/>
          <ac:picMkLst>
            <pc:docMk/>
            <pc:sldMk cId="160606616" sldId="300"/>
            <ac:picMk id="11" creationId="{D4BAEF0D-580B-2589-C208-6202D9E0D050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5T21:10:14.315" v="560" actId="1076"/>
        <pc:sldMkLst>
          <pc:docMk/>
          <pc:sldMk cId="1478798245" sldId="301"/>
        </pc:sldMkLst>
        <pc:spChg chg="mod">
          <ac:chgData name="Éder Silva - SPS Power" userId="5f5aed2d-c409-4fd8-88f9-2db8717a9899" providerId="ADAL" clId="{1BDDBB02-A91A-4A2A-B06F-3120CC29CC12}" dt="2026-05-25T21:10:11.017" v="559" actId="313"/>
          <ac:spMkLst>
            <pc:docMk/>
            <pc:sldMk cId="1478798245" sldId="301"/>
            <ac:spMk id="3" creationId="{33457AFF-55A9-6065-EFD8-30BBFA07AFD2}"/>
          </ac:spMkLst>
        </pc:spChg>
        <pc:picChg chg="add mod">
          <ac:chgData name="Éder Silva - SPS Power" userId="5f5aed2d-c409-4fd8-88f9-2db8717a9899" providerId="ADAL" clId="{1BDDBB02-A91A-4A2A-B06F-3120CC29CC12}" dt="2026-05-25T21:10:14.315" v="560" actId="1076"/>
          <ac:picMkLst>
            <pc:docMk/>
            <pc:sldMk cId="1478798245" sldId="301"/>
            <ac:picMk id="6" creationId="{E49370A1-1750-74B6-6FA8-D9C1425F2047}"/>
          </ac:picMkLst>
        </pc:picChg>
        <pc:picChg chg="del">
          <ac:chgData name="Éder Silva - SPS Power" userId="5f5aed2d-c409-4fd8-88f9-2db8717a9899" providerId="ADAL" clId="{1BDDBB02-A91A-4A2A-B06F-3120CC29CC12}" dt="2026-05-25T20:13:34.579" v="179" actId="478"/>
          <ac:picMkLst>
            <pc:docMk/>
            <pc:sldMk cId="1478798245" sldId="301"/>
            <ac:picMk id="9" creationId="{A656043A-381F-305F-0B25-C21F777C5E99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5T20:15:52.267" v="238" actId="1076"/>
        <pc:sldMkLst>
          <pc:docMk/>
          <pc:sldMk cId="3383197904" sldId="302"/>
        </pc:sldMkLst>
        <pc:spChg chg="mod">
          <ac:chgData name="Éder Silva - SPS Power" userId="5f5aed2d-c409-4fd8-88f9-2db8717a9899" providerId="ADAL" clId="{1BDDBB02-A91A-4A2A-B06F-3120CC29CC12}" dt="2026-05-25T20:15:49.084" v="237" actId="20577"/>
          <ac:spMkLst>
            <pc:docMk/>
            <pc:sldMk cId="3383197904" sldId="302"/>
            <ac:spMk id="3" creationId="{C9053F69-4F0D-2426-8F42-15256BAD4EBD}"/>
          </ac:spMkLst>
        </pc:spChg>
        <pc:picChg chg="del">
          <ac:chgData name="Éder Silva - SPS Power" userId="5f5aed2d-c409-4fd8-88f9-2db8717a9899" providerId="ADAL" clId="{1BDDBB02-A91A-4A2A-B06F-3120CC29CC12}" dt="2026-05-25T20:14:57.097" v="187" actId="478"/>
          <ac:picMkLst>
            <pc:docMk/>
            <pc:sldMk cId="3383197904" sldId="302"/>
            <ac:picMk id="6" creationId="{48CE0B32-33A0-664B-14C1-13487A265B24}"/>
          </ac:picMkLst>
        </pc:picChg>
        <pc:picChg chg="add mod">
          <ac:chgData name="Éder Silva - SPS Power" userId="5f5aed2d-c409-4fd8-88f9-2db8717a9899" providerId="ADAL" clId="{1BDDBB02-A91A-4A2A-B06F-3120CC29CC12}" dt="2026-05-25T20:15:52.267" v="238" actId="1076"/>
          <ac:picMkLst>
            <pc:docMk/>
            <pc:sldMk cId="3383197904" sldId="302"/>
            <ac:picMk id="9" creationId="{49A120E7-ECF5-BF1C-30D6-3709778F46E2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5T20:16:41.619" v="287" actId="1076"/>
        <pc:sldMkLst>
          <pc:docMk/>
          <pc:sldMk cId="2756538352" sldId="303"/>
        </pc:sldMkLst>
        <pc:spChg chg="mod">
          <ac:chgData name="Éder Silva - SPS Power" userId="5f5aed2d-c409-4fd8-88f9-2db8717a9899" providerId="ADAL" clId="{1BDDBB02-A91A-4A2A-B06F-3120CC29CC12}" dt="2026-05-25T20:16:31.544" v="282" actId="20577"/>
          <ac:spMkLst>
            <pc:docMk/>
            <pc:sldMk cId="2756538352" sldId="303"/>
            <ac:spMk id="3" creationId="{B83A6150-D032-55A0-A067-C73A0806981C}"/>
          </ac:spMkLst>
        </pc:spChg>
        <pc:picChg chg="add mod">
          <ac:chgData name="Éder Silva - SPS Power" userId="5f5aed2d-c409-4fd8-88f9-2db8717a9899" providerId="ADAL" clId="{1BDDBB02-A91A-4A2A-B06F-3120CC29CC12}" dt="2026-05-25T20:16:41.619" v="287" actId="1076"/>
          <ac:picMkLst>
            <pc:docMk/>
            <pc:sldMk cId="2756538352" sldId="303"/>
            <ac:picMk id="6" creationId="{366A8AD9-E8D7-AE71-0E0A-F613690B5F78}"/>
          </ac:picMkLst>
        </pc:picChg>
        <pc:picChg chg="del">
          <ac:chgData name="Éder Silva - SPS Power" userId="5f5aed2d-c409-4fd8-88f9-2db8717a9899" providerId="ADAL" clId="{1BDDBB02-A91A-4A2A-B06F-3120CC29CC12}" dt="2026-05-25T20:16:33.608" v="283" actId="478"/>
          <ac:picMkLst>
            <pc:docMk/>
            <pc:sldMk cId="2756538352" sldId="303"/>
            <ac:picMk id="9" creationId="{354BA60F-F0ED-4022-406E-D39D169FC8A5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5T20:45:13.029" v="397" actId="1038"/>
        <pc:sldMkLst>
          <pc:docMk/>
          <pc:sldMk cId="1101393481" sldId="304"/>
        </pc:sldMkLst>
        <pc:spChg chg="mod">
          <ac:chgData name="Éder Silva - SPS Power" userId="5f5aed2d-c409-4fd8-88f9-2db8717a9899" providerId="ADAL" clId="{1BDDBB02-A91A-4A2A-B06F-3120CC29CC12}" dt="2026-05-25T20:17:25.234" v="351" actId="20577"/>
          <ac:spMkLst>
            <pc:docMk/>
            <pc:sldMk cId="1101393481" sldId="304"/>
            <ac:spMk id="3" creationId="{0B4330C2-5489-93AB-F8F7-6B5F479AC6DA}"/>
          </ac:spMkLst>
        </pc:spChg>
        <pc:picChg chg="mod">
          <ac:chgData name="Éder Silva - SPS Power" userId="5f5aed2d-c409-4fd8-88f9-2db8717a9899" providerId="ADAL" clId="{1BDDBB02-A91A-4A2A-B06F-3120CC29CC12}" dt="2026-05-25T20:44:06.127" v="371" actId="1076"/>
          <ac:picMkLst>
            <pc:docMk/>
            <pc:sldMk cId="1101393481" sldId="304"/>
            <ac:picMk id="5" creationId="{429680EA-8587-DD8A-6385-34BD115BF700}"/>
          </ac:picMkLst>
        </pc:picChg>
        <pc:picChg chg="del">
          <ac:chgData name="Éder Silva - SPS Power" userId="5f5aed2d-c409-4fd8-88f9-2db8717a9899" providerId="ADAL" clId="{1BDDBB02-A91A-4A2A-B06F-3120CC29CC12}" dt="2026-05-25T20:17:33.385" v="352" actId="478"/>
          <ac:picMkLst>
            <pc:docMk/>
            <pc:sldMk cId="1101393481" sldId="304"/>
            <ac:picMk id="6" creationId="{E93A9EFF-F344-1746-4A92-FC46AC6BD20A}"/>
          </ac:picMkLst>
        </pc:picChg>
        <pc:picChg chg="add mod">
          <ac:chgData name="Éder Silva - SPS Power" userId="5f5aed2d-c409-4fd8-88f9-2db8717a9899" providerId="ADAL" clId="{1BDDBB02-A91A-4A2A-B06F-3120CC29CC12}" dt="2026-05-25T20:45:13.029" v="397" actId="1038"/>
          <ac:picMkLst>
            <pc:docMk/>
            <pc:sldMk cId="1101393481" sldId="304"/>
            <ac:picMk id="9" creationId="{36FDD417-BEE1-FCBB-A713-DB41E546ADD3}"/>
          </ac:picMkLst>
        </pc:picChg>
        <pc:picChg chg="add mod">
          <ac:chgData name="Éder Silva - SPS Power" userId="5f5aed2d-c409-4fd8-88f9-2db8717a9899" providerId="ADAL" clId="{1BDDBB02-A91A-4A2A-B06F-3120CC29CC12}" dt="2026-05-25T20:44:16.229" v="376" actId="14100"/>
          <ac:picMkLst>
            <pc:docMk/>
            <pc:sldMk cId="1101393481" sldId="304"/>
            <ac:picMk id="11" creationId="{8AAE9729-2F5B-4F5F-8B29-524E080EA5E8}"/>
          </ac:picMkLst>
        </pc:picChg>
        <pc:picChg chg="add mod">
          <ac:chgData name="Éder Silva - SPS Power" userId="5f5aed2d-c409-4fd8-88f9-2db8717a9899" providerId="ADAL" clId="{1BDDBB02-A91A-4A2A-B06F-3120CC29CC12}" dt="2026-05-25T20:45:03.898" v="383" actId="14861"/>
          <ac:picMkLst>
            <pc:docMk/>
            <pc:sldMk cId="1101393481" sldId="304"/>
            <ac:picMk id="13" creationId="{0F7222F3-CD78-BFC5-610C-3A8CDB3671F2}"/>
          </ac:picMkLst>
        </pc:picChg>
      </pc:sldChg>
      <pc:sldChg chg="addSp delSp modSp add mod modShow">
        <pc:chgData name="Éder Silva - SPS Power" userId="5f5aed2d-c409-4fd8-88f9-2db8717a9899" providerId="ADAL" clId="{1BDDBB02-A91A-4A2A-B06F-3120CC29CC12}" dt="2026-05-25T20:46:43.142" v="410" actId="729"/>
        <pc:sldMkLst>
          <pc:docMk/>
          <pc:sldMk cId="3538636270" sldId="305"/>
        </pc:sldMkLst>
        <pc:spChg chg="del">
          <ac:chgData name="Éder Silva - SPS Power" userId="5f5aed2d-c409-4fd8-88f9-2db8717a9899" providerId="ADAL" clId="{1BDDBB02-A91A-4A2A-B06F-3120CC29CC12}" dt="2026-05-25T20:46:19.048" v="400" actId="478"/>
          <ac:spMkLst>
            <pc:docMk/>
            <pc:sldMk cId="3538636270" sldId="305"/>
            <ac:spMk id="3" creationId="{3726522B-71CA-F8B2-BB90-C2C99FCC9A71}"/>
          </ac:spMkLst>
        </pc:spChg>
        <pc:spChg chg="del">
          <ac:chgData name="Éder Silva - SPS Power" userId="5f5aed2d-c409-4fd8-88f9-2db8717a9899" providerId="ADAL" clId="{1BDDBB02-A91A-4A2A-B06F-3120CC29CC12}" dt="2026-05-25T20:46:22.803" v="402" actId="478"/>
          <ac:spMkLst>
            <pc:docMk/>
            <pc:sldMk cId="3538636270" sldId="305"/>
            <ac:spMk id="4" creationId="{87F17034-906E-A5B3-2B78-0816F80E7E61}"/>
          </ac:spMkLst>
        </pc:spChg>
        <pc:picChg chg="del">
          <ac:chgData name="Éder Silva - SPS Power" userId="5f5aed2d-c409-4fd8-88f9-2db8717a9899" providerId="ADAL" clId="{1BDDBB02-A91A-4A2A-B06F-3120CC29CC12}" dt="2026-05-25T20:46:20.786" v="401" actId="478"/>
          <ac:picMkLst>
            <pc:docMk/>
            <pc:sldMk cId="3538636270" sldId="305"/>
            <ac:picMk id="5" creationId="{12FBFAAB-5097-6391-6DDB-005EB378D6E2}"/>
          </ac:picMkLst>
        </pc:picChg>
        <pc:picChg chg="add mod">
          <ac:chgData name="Éder Silva - SPS Power" userId="5f5aed2d-c409-4fd8-88f9-2db8717a9899" providerId="ADAL" clId="{1BDDBB02-A91A-4A2A-B06F-3120CC29CC12}" dt="2026-05-25T20:46:36.558" v="409" actId="14100"/>
          <ac:picMkLst>
            <pc:docMk/>
            <pc:sldMk cId="3538636270" sldId="305"/>
            <ac:picMk id="6" creationId="{E5F4F80D-5C94-9C62-C9DE-3676E9806BB7}"/>
          </ac:picMkLst>
        </pc:picChg>
        <pc:picChg chg="del">
          <ac:chgData name="Éder Silva - SPS Power" userId="5f5aed2d-c409-4fd8-88f9-2db8717a9899" providerId="ADAL" clId="{1BDDBB02-A91A-4A2A-B06F-3120CC29CC12}" dt="2026-05-25T20:46:23.543" v="403" actId="478"/>
          <ac:picMkLst>
            <pc:docMk/>
            <pc:sldMk cId="3538636270" sldId="305"/>
            <ac:picMk id="7" creationId="{BE1B0113-41FB-F39F-E593-F8D5834ECD4C}"/>
          </ac:picMkLst>
        </pc:picChg>
        <pc:picChg chg="del mod">
          <ac:chgData name="Éder Silva - SPS Power" userId="5f5aed2d-c409-4fd8-88f9-2db8717a9899" providerId="ADAL" clId="{1BDDBB02-A91A-4A2A-B06F-3120CC29CC12}" dt="2026-05-25T20:46:24.543" v="405" actId="478"/>
          <ac:picMkLst>
            <pc:docMk/>
            <pc:sldMk cId="3538636270" sldId="305"/>
            <ac:picMk id="8" creationId="{D8AC169C-D9FB-23F6-9448-F5CC3A12BF17}"/>
          </ac:picMkLst>
        </pc:picChg>
        <pc:picChg chg="del">
          <ac:chgData name="Éder Silva - SPS Power" userId="5f5aed2d-c409-4fd8-88f9-2db8717a9899" providerId="ADAL" clId="{1BDDBB02-A91A-4A2A-B06F-3120CC29CC12}" dt="2026-05-25T20:46:17.238" v="399" actId="478"/>
          <ac:picMkLst>
            <pc:docMk/>
            <pc:sldMk cId="3538636270" sldId="305"/>
            <ac:picMk id="9" creationId="{06B8A438-BCF7-050C-36F4-B1D779B580D4}"/>
          </ac:picMkLst>
        </pc:picChg>
      </pc:sldChg>
      <pc:sldChg chg="addSp delSp modSp add mod">
        <pc:chgData name="Éder Silva - SPS Power" userId="5f5aed2d-c409-4fd8-88f9-2db8717a9899" providerId="ADAL" clId="{1BDDBB02-A91A-4A2A-B06F-3120CC29CC12}" dt="2026-05-25T20:47:31.801" v="419" actId="14100"/>
        <pc:sldMkLst>
          <pc:docMk/>
          <pc:sldMk cId="3624024258" sldId="306"/>
        </pc:sldMkLst>
        <pc:picChg chg="add mod">
          <ac:chgData name="Éder Silva - SPS Power" userId="5f5aed2d-c409-4fd8-88f9-2db8717a9899" providerId="ADAL" clId="{1BDDBB02-A91A-4A2A-B06F-3120CC29CC12}" dt="2026-05-25T20:47:31.801" v="419" actId="14100"/>
          <ac:picMkLst>
            <pc:docMk/>
            <pc:sldMk cId="3624024258" sldId="306"/>
            <ac:picMk id="3" creationId="{2D8B6632-1E40-70FD-B7E1-B89917766610}"/>
          </ac:picMkLst>
        </pc:picChg>
        <pc:picChg chg="del">
          <ac:chgData name="Éder Silva - SPS Power" userId="5f5aed2d-c409-4fd8-88f9-2db8717a9899" providerId="ADAL" clId="{1BDDBB02-A91A-4A2A-B06F-3120CC29CC12}" dt="2026-05-25T20:47:27.469" v="416" actId="478"/>
          <ac:picMkLst>
            <pc:docMk/>
            <pc:sldMk cId="3624024258" sldId="306"/>
            <ac:picMk id="6" creationId="{E1CD993E-405C-F154-0DCB-9664ADBEFB8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64453-579D-13AC-E4E5-F29BA9646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FE59BF-D859-7C25-B4C5-BD62F22DD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B3D32B-76A2-A8E5-1676-139163F8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CF4F3C-BD36-436F-4C7D-EDDE23E8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437870-658F-DAB1-1E65-196B04F7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018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6903F-8438-6D7E-85E4-4103566DE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652073-4E72-2B05-F408-D3444FFBE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AF43C1-2882-5648-3378-84ACF004C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FD33A5-0987-5D24-E9B8-AA09F9569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9124EB-5658-3A2C-0294-8A3B1CB1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1882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57ADA-E61E-F80E-71D5-E6E5EDDE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A5F230-FF25-6E39-DE3D-826A84C3B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128229-BA7D-8A51-3E51-08BCADB9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867B31-3D7B-82B0-9DBC-AC227BD5F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B80BEB-417F-1665-A9C6-C5E87BA30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414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C979B-3971-6CEC-3C7C-DAC0F2B26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6A6B3-FA5E-E235-A97F-CA9B38071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51E9BC-C9F7-1D06-F596-C4C2BE2D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82D1F7-87B0-3538-EB54-6C46C2CB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C50F11-81F5-3EBD-5D45-02784F0D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2034CF6-3479-CFB2-4926-61245ABB6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649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B2B26-DFC5-743F-2CED-37DB5C08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17DA00-B114-1BAF-EDED-85290330C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E89903-F29E-FAE5-D27F-D8A27AC74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2EF27AB-57D3-3667-D4F3-DD57ECDE4E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993EAD-A127-9EC6-7448-4B673F62A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F2D4932-2756-DC6E-55C5-ED59A8CA6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BF30AC6-5EE2-5D20-658C-3517E97EB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17485D8-2D82-A859-F16D-1FA3573F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774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BD5BF-3A0F-9A71-402B-145A79FE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F27FFEC-2993-0153-2BA7-98E8DBEF1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AA6013-2349-013C-D674-5F72E2844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9A436F1-7D5C-A97C-3DEE-1FBF14AB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502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67ABD2E-3A61-C247-2194-ACDB717F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127709-208F-EE92-390D-E125264A1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F1EA44-21B6-06CF-7040-F676B294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253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86E79-5079-8281-ED3B-F827637EA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CB35D6-EAE5-C3C1-0928-A642B4C6F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1090A5D-9E44-B36A-EE55-8DC510AD6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A809A3-9B41-BA82-CC1C-E492EEBE5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03A26E-2AA6-3D66-2BA0-9668B3E8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EDE98A-5FC5-CD56-A710-B728B9F56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0174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2CA28-91C8-A2B1-2B66-956E4511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BD0DC4A-C159-C19B-9378-890067745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6C09ED-1420-209E-52C1-C0368C589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6036F6-B53B-A0B1-DAEB-EE119761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7E61E7-BF3E-13D5-DBFB-0672CDC37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5657D6-64DF-1201-ADBD-39997940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9938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7CFE2-7330-25C4-C5A0-36D964E8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52FFD0-EC2D-906F-64F1-BDE5DCEE0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48F5DE-E420-0DAA-D3B2-6BC87646D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4600CD-538E-F6E6-2900-8F9ACE4A6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7D8DDC-A3F0-BF69-0DBF-7BB2135B3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320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2845D6-995C-AF70-C99C-8294A1CFE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09F659-6295-54F9-85AB-47EA16F8D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5F5949-7E30-7EF8-98E1-1079ECA41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B488-CD03-40A0-9124-F982B67D9293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A96BA1-5FE4-86B7-DAFD-8B7BB1360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41A82F-376D-2755-9436-078501492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16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D99D60-D30F-F192-7EA4-88BFE7E33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2C34E1-11F5-12AC-7998-5C9D3249B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A4781A-5FE3-F785-8177-6DA632DD41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8B488-CD03-40A0-9124-F982B67D9293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6984CC-6C38-C9E0-4F17-D5D048106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A09F1D-21A8-F020-2648-31223F877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7DD98-CA1D-4032-A5F5-CFE7887B5C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354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4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microsoft.com/office/2007/relationships/hdphoto" Target="../media/hdphoto1.wdp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6980B6C-6BA9-5402-577F-D5D60CFA8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9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C5A4151-2E28-4839-5608-B87DE4383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4D7A540-71D6-0D22-F693-B3F9A5FAD1F2}"/>
              </a:ext>
            </a:extLst>
          </p:cNvPr>
          <p:cNvSpPr txBox="1"/>
          <p:nvPr/>
        </p:nvSpPr>
        <p:spPr>
          <a:xfrm>
            <a:off x="961034" y="2452350"/>
            <a:ext cx="8969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🎓 Aula 7 – Desenvolvimento Desktop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0C83C9A-5996-2875-19B2-8E0B26F549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0678" y="5400338"/>
            <a:ext cx="1209033" cy="120903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67EDBA0-DA72-1FA1-AF64-89C0CD6D7EEA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</p:spTree>
    <p:extLst>
      <p:ext uri="{BB962C8B-B14F-4D97-AF65-F5344CB8AC3E}">
        <p14:creationId xmlns:p14="http://schemas.microsoft.com/office/powerpoint/2010/main" val="590018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830A0-0B66-ED04-60D8-3C6F9D7D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E1CF41E-0887-29BA-53F3-5167EAB20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" y="4119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5E762B4-D06A-272D-5D14-D399574AB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ABF101B-2F92-A409-26F4-0A497AD0F7D0}"/>
              </a:ext>
            </a:extLst>
          </p:cNvPr>
          <p:cNvSpPr txBox="1"/>
          <p:nvPr/>
        </p:nvSpPr>
        <p:spPr>
          <a:xfrm>
            <a:off x="2150758" y="1001357"/>
            <a:ext cx="640547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/>
              <a:t>🧠 Aula 6 — Desenvolvimento </a:t>
            </a:r>
          </a:p>
          <a:p>
            <a:pPr algn="ctr"/>
            <a:r>
              <a:rPr lang="pt-BR" sz="3200" b="1" dirty="0"/>
              <a:t>Desktop com Java e NetBeans 🚀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8774ABC-6C41-CDDE-C01A-1D5D687CB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0678" y="5400338"/>
            <a:ext cx="1209033" cy="120903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F32F377-001F-77EC-BFA2-8D43FFF517F7}"/>
              </a:ext>
            </a:extLst>
          </p:cNvPr>
          <p:cNvSpPr txBox="1"/>
          <p:nvPr/>
        </p:nvSpPr>
        <p:spPr>
          <a:xfrm>
            <a:off x="701268" y="2288231"/>
            <a:ext cx="3018680" cy="589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📌 JAVA SWING📦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C3E534-414B-6E21-2B03-34F5F9BB4C60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A7ED466-F26B-82AF-7AAF-143EE2DCBE94}"/>
              </a:ext>
            </a:extLst>
          </p:cNvPr>
          <p:cNvSpPr txBox="1"/>
          <p:nvPr/>
        </p:nvSpPr>
        <p:spPr>
          <a:xfrm>
            <a:off x="701268" y="3544957"/>
            <a:ext cx="96694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No Java Swing, a forma mais rápida e comum de trabalhar com janelas.</a:t>
            </a:r>
          </a:p>
        </p:txBody>
      </p:sp>
    </p:spTree>
    <p:extLst>
      <p:ext uri="{BB962C8B-B14F-4D97-AF65-F5344CB8AC3E}">
        <p14:creationId xmlns:p14="http://schemas.microsoft.com/office/powerpoint/2010/main" val="151920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C0995-77B9-A268-FAE9-B791A616F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BB1DBBE-C852-6F8C-47E1-AC3F41133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C5CEC31-A776-CCC5-1126-6D347E565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ACFAA7D-823A-541F-0F61-DFA178D1B552}"/>
              </a:ext>
            </a:extLst>
          </p:cNvPr>
          <p:cNvSpPr txBox="1"/>
          <p:nvPr/>
        </p:nvSpPr>
        <p:spPr>
          <a:xfrm>
            <a:off x="479719" y="1256465"/>
            <a:ext cx="3033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 SWING☕</a:t>
            </a:r>
            <a:endParaRPr lang="pt-BR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68F209-165A-13AC-BD41-A19BCF0D1BA9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DB207B7-E4E7-269D-7A38-34353F649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305" y="2222090"/>
            <a:ext cx="3100184" cy="37230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C3B4FCA-4F6E-4FFD-61E4-1A8CDDE64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447" y="2222090"/>
            <a:ext cx="2873840" cy="37230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5879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5148D-7600-3521-BA96-EBD8EAE9B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DB633AE-38ED-5916-EC8A-94DD254D1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9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C25C6E6-6405-BC16-426F-447A5CD18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7A629ED-055A-3046-48CA-DE030A2A9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F28D017-742C-38F6-B7DA-F10449DA0992}"/>
              </a:ext>
            </a:extLst>
          </p:cNvPr>
          <p:cNvSpPr txBox="1"/>
          <p:nvPr/>
        </p:nvSpPr>
        <p:spPr>
          <a:xfrm>
            <a:off x="427909" y="969085"/>
            <a:ext cx="7319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🧠 Personalizando em Java SWING 🚀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F4E1DAD-FBFC-27B5-D897-149C53C72727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E45A9FD-5F5B-3576-0D98-E1DC122D2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45" y="1662243"/>
            <a:ext cx="9881419" cy="49472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0800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C073-38A2-825B-180D-C5B7AD919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DEFF6B9-1E3E-B1F1-B7AE-F8C0D412F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82642D3-8617-1231-22F2-B579416F1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9A09D51-F2E9-7CBD-2DC8-7C3B378F90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046C167-D053-69A1-4709-0C31CB554EDD}"/>
              </a:ext>
            </a:extLst>
          </p:cNvPr>
          <p:cNvSpPr txBox="1"/>
          <p:nvPr/>
        </p:nvSpPr>
        <p:spPr>
          <a:xfrm>
            <a:off x="306955" y="1001357"/>
            <a:ext cx="80618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🧠 Colocando imagem em um </a:t>
            </a:r>
            <a:r>
              <a:rPr lang="pt-BR" sz="3200" b="1" dirty="0" err="1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Label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pt-BR" sz="3200" b="1" dirty="0" err="1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icon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pt-BR" sz="3200" b="1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6E9EC48-F34E-A5F3-D5EF-A19E42383B85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EFE416D-0BF6-095D-FBCB-181F000D7E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2765" y="1662243"/>
            <a:ext cx="6671059" cy="49861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000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B9394-77B8-495F-E8C6-7905FBB0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BED8D2-C06A-3EF5-833F-C87ACC15E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0C5C754-61D9-8270-52A8-DEF936F518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23D01C6-03BC-F7A1-3F31-0059BDD46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994F234-0B4B-9A38-C829-321C89CACD7A}"/>
              </a:ext>
            </a:extLst>
          </p:cNvPr>
          <p:cNvSpPr txBox="1"/>
          <p:nvPr/>
        </p:nvSpPr>
        <p:spPr>
          <a:xfrm>
            <a:off x="381394" y="896810"/>
            <a:ext cx="64427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🧠CRIANDO A PRIMEIRA TELA 📚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6E0E928-5C24-09DE-E194-0B323A8A03D4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628C1F5-8339-857B-0D25-3C3B2EEC7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8679" y="1586694"/>
            <a:ext cx="6068021" cy="50004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698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2F6E0-4E06-9C8A-9FF3-09CFBF41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6D3FE4C-4BF7-13AF-60B2-CBCC29CA1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99AE55B-E201-266E-2DE7-E8FFC71D26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EDF1095-332C-D9AB-F630-34DF2E60F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8E17B19-62C4-7B2F-F58E-77D28D3FEE93}"/>
              </a:ext>
            </a:extLst>
          </p:cNvPr>
          <p:cNvSpPr txBox="1"/>
          <p:nvPr/>
        </p:nvSpPr>
        <p:spPr>
          <a:xfrm>
            <a:off x="381395" y="1463023"/>
            <a:ext cx="8542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Nomeando a Classe Principal (Projeto) 🚀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975F31-CEC6-DA93-C795-2A0D799FC610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CBD35CA-A6E0-7F38-AFBD-FFD4F85B5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831" y="2204416"/>
            <a:ext cx="6498433" cy="44267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98537FF-930E-F2C1-A610-DBEE1248CC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5166" y="2959947"/>
            <a:ext cx="4345932" cy="327020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490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BC796-0331-97F3-A9AC-12ED48293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AA69814-F630-CF52-2F47-E36EF88F4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5FDADF0-D9C8-D948-8FB0-465ABE8A2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CC63A9D-4D79-E067-FFD3-587189B0CA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98C1DAF-5C56-D2F6-44DD-4653E7E552C0}"/>
              </a:ext>
            </a:extLst>
          </p:cNvPr>
          <p:cNvSpPr txBox="1"/>
          <p:nvPr/>
        </p:nvSpPr>
        <p:spPr>
          <a:xfrm>
            <a:off x="440388" y="921682"/>
            <a:ext cx="68634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DEFININDO A MAIN DO PROJETO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529D01-EEFC-CCF5-E484-D3D319F2E215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24A9653-9A89-9CBE-A841-F1CEEF341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666" y="2051034"/>
            <a:ext cx="4496427" cy="425826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7B71F89-CBA1-5DB2-2CBB-782B8B0097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1908" y="2947210"/>
            <a:ext cx="3772426" cy="31151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0488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A5A45-62F1-F5BD-759B-731E15659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66C6350-5E1B-8C48-44F9-2DAD29BCE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C38F108-6CFC-58D1-9314-1105BA081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7A2CB99-D332-02B7-A833-86B6C18742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BC31017-EADE-FB8C-EC4B-7CE5A47F47A8}"/>
              </a:ext>
            </a:extLst>
          </p:cNvPr>
          <p:cNvSpPr txBox="1"/>
          <p:nvPr/>
        </p:nvSpPr>
        <p:spPr>
          <a:xfrm>
            <a:off x="440388" y="921682"/>
            <a:ext cx="54996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Onde a Mágica Acontece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342B197-BF4C-AE3A-2418-868876DA22B3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74F2764-8FC8-33DF-B807-744A1827A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316" y="921682"/>
            <a:ext cx="3172268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74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6280B-B218-ED7E-D40A-B01D01C1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5BFE3F5-BF4A-1683-4D24-5540CE89E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68AF38B-9D6E-A334-0841-34E85567B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2336619-6AAF-9876-334D-D77084A0A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855A6D3-6744-CD12-B365-C495E3BB6F5E}"/>
              </a:ext>
            </a:extLst>
          </p:cNvPr>
          <p:cNvSpPr txBox="1"/>
          <p:nvPr/>
        </p:nvSpPr>
        <p:spPr>
          <a:xfrm>
            <a:off x="440388" y="921682"/>
            <a:ext cx="54525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Alternando entre Janelas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1E58CB-2F08-9356-29FC-99F3C65FFE9E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1FCECFC-1700-103F-2398-D40867DE9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76" y="1662243"/>
            <a:ext cx="2781688" cy="21910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D92F430-F167-86A5-632C-0CB0A573B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820" y="4308396"/>
            <a:ext cx="10073531" cy="162792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0789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41CCD-07F6-37F8-845B-2AAE3C140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82F174E-0BAA-6422-F7A5-99498970C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E30B942-3DB5-767C-15F7-981B165E1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05A607E-9B7E-A768-A01A-27281D5A9B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98C5020-E44C-65B3-358B-BEFE1F7FD3D6}"/>
              </a:ext>
            </a:extLst>
          </p:cNvPr>
          <p:cNvSpPr txBox="1"/>
          <p:nvPr/>
        </p:nvSpPr>
        <p:spPr>
          <a:xfrm>
            <a:off x="440388" y="921682"/>
            <a:ext cx="54525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Alternando entre Janelas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CD3B92-477B-45F6-1C0A-B2EE9A9E7F69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C494FCF-1181-A14D-2CAC-E2D919DBE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76" y="1662243"/>
            <a:ext cx="2781688" cy="21910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D02F5E5-6221-1FBA-A772-7F7F535B04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471" y="4150687"/>
            <a:ext cx="10308331" cy="16004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868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E6DBD-84EF-E334-11ED-3F3F8D5A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93A3646-FBA4-2AD5-B718-7E9117C21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A2BDA85-8C3E-2BDE-DDAB-2F49F40CD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5A45B71-F6BE-A19D-E180-A1D4603FF6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43E2F34-2282-9FF3-9130-A26FF67DE59B}"/>
              </a:ext>
            </a:extLst>
          </p:cNvPr>
          <p:cNvSpPr txBox="1"/>
          <p:nvPr/>
        </p:nvSpPr>
        <p:spPr>
          <a:xfrm>
            <a:off x="440388" y="921682"/>
            <a:ext cx="54525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Alternando entre Janelas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277D04D-D83E-11AA-FA73-41ECD16BABDE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A46A9F-2F03-99C2-5656-A38B2AA0A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76" y="1662243"/>
            <a:ext cx="2781688" cy="21910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0FC669B-0A52-A9B3-98CD-D3F5403EF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471" y="4150687"/>
            <a:ext cx="10308331" cy="16004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9618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DBF7F-5BC9-418F-D47B-3F28ABFD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9913FED-ABAF-02B0-B60C-66303B2A1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AD79E83-2B37-149F-C4D1-1648AC965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8E96909-C4E9-BD7F-D04E-6BACEFFF3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76F394C-FADA-A3BF-322A-120EE397D616}"/>
              </a:ext>
            </a:extLst>
          </p:cNvPr>
          <p:cNvSpPr txBox="1"/>
          <p:nvPr/>
        </p:nvSpPr>
        <p:spPr>
          <a:xfrm>
            <a:off x="440388" y="921682"/>
            <a:ext cx="5454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Centralizando as Janelas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B43822C-C05F-A7E6-DD62-D278C8435F5D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6681DE9-252E-EE8F-F0BF-D0BD26756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88" y="2232557"/>
            <a:ext cx="7232131" cy="12984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7606DC2-823F-5E7A-8B63-5DD0032AA8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814" y="4227617"/>
            <a:ext cx="7307432" cy="141660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1575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80D22-0767-2CC7-DAD9-0573FF333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4AD0E7C-3BCE-D1F3-EF12-C4E308B0C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CE178A7-55ED-8CB8-24D0-9C090B6A2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81DA48F-C0BE-35F8-5F9A-DCEBF8549F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A262977-CA30-A66F-F543-4882FCD52CA9}"/>
              </a:ext>
            </a:extLst>
          </p:cNvPr>
          <p:cNvSpPr txBox="1"/>
          <p:nvPr/>
        </p:nvSpPr>
        <p:spPr>
          <a:xfrm>
            <a:off x="440388" y="921682"/>
            <a:ext cx="7372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Criando a Classe USUÁRIO em Java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7650D7-9337-D2DC-521D-6036E57D354A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72BDEA7-6F90-B2B0-5868-1B6EB8F38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973" y="1713383"/>
            <a:ext cx="5515745" cy="31532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D758053-616E-348D-779F-B76789880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8312" y="2583925"/>
            <a:ext cx="6087715" cy="41021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7869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98FC0-B900-FF14-2FF2-9BAF29CF4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F552147-CB56-2724-8FEE-449B93C82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CDA404B-3C36-D10D-0053-99DD8D1CB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C6628F5-8278-3996-8486-A90C67073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DDC82DC-A1E8-FB6C-B77D-22D5CFD056F4}"/>
              </a:ext>
            </a:extLst>
          </p:cNvPr>
          <p:cNvSpPr txBox="1"/>
          <p:nvPr/>
        </p:nvSpPr>
        <p:spPr>
          <a:xfrm>
            <a:off x="440388" y="921682"/>
            <a:ext cx="7372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Criando a Classe USUÁRIO em Java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2A6D26-392C-2ED8-E44F-2BE969FCC446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7DDE53D-8A8F-C10B-A312-2F9564517D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88" y="1808517"/>
            <a:ext cx="4991797" cy="225774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14DA122-013D-90C0-3DB3-AC1AE893AB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2048" y="2518780"/>
            <a:ext cx="3543795" cy="40201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4948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A7150-3E88-9979-22C0-747AB39E8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0169929-610A-B868-723B-F45A5F947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65D46BC-9BD2-B859-F827-00B824FD6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E0CD965-44E8-D36F-F851-477BA8958A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9753C44-DAFB-D02F-98CA-71F934AB83B9}"/>
              </a:ext>
            </a:extLst>
          </p:cNvPr>
          <p:cNvSpPr txBox="1"/>
          <p:nvPr/>
        </p:nvSpPr>
        <p:spPr>
          <a:xfrm>
            <a:off x="440388" y="921682"/>
            <a:ext cx="7372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Criando a Classe USUÁRIO em Java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417DBB-B204-A089-123E-B4937937829F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2942403-F163-7259-22B5-A797F8A52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60" y="1636438"/>
            <a:ext cx="3728411" cy="488647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2BE5AFB-4635-61A9-7AAB-5EF92FD4D2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0015" y="2029839"/>
            <a:ext cx="4431456" cy="44564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4666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69BC-950F-9E9B-F01F-1CF09CE1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5A5DBC9-5AB6-386A-54CF-35981F83A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3ACE40B-0C8C-24C5-F0C5-317BE47972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7315600-AE40-0242-CF72-1A285EDCD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99E0124-F4CF-AAA4-B3CA-22C1578B9B84}"/>
              </a:ext>
            </a:extLst>
          </p:cNvPr>
          <p:cNvSpPr txBox="1"/>
          <p:nvPr/>
        </p:nvSpPr>
        <p:spPr>
          <a:xfrm>
            <a:off x="440388" y="921682"/>
            <a:ext cx="63498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Criando Construtor da Classe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004ACB-9DDB-C4B7-EE37-A5256F7C5676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18B0FB0-B0D8-5283-DF94-DD628BAF1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60" y="3432254"/>
            <a:ext cx="9145222" cy="15409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D0F2A85-DE57-4AAA-158B-16B900FFFCB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4960" y="1923039"/>
            <a:ext cx="9352541" cy="142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00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35FA0-C40D-7C09-ED4D-155FC0E9D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E4B945A-CDB3-6595-1EDE-75762D89B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773C477-4FCF-FC29-7081-A07923D88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AD89318-CDA9-5D1A-8D59-20774F18B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15F8C6E-61D2-7E87-DB49-D1442DE6F788}"/>
              </a:ext>
            </a:extLst>
          </p:cNvPr>
          <p:cNvSpPr txBox="1"/>
          <p:nvPr/>
        </p:nvSpPr>
        <p:spPr>
          <a:xfrm>
            <a:off x="440388" y="1560779"/>
            <a:ext cx="49336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Trabalhando com Java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07B963A-ABB6-36A0-FF7C-A0F3A4EF1DB2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37179B4-A10F-151E-4D0C-F482BD5A9EA4}"/>
              </a:ext>
            </a:extLst>
          </p:cNvPr>
          <p:cNvSpPr txBox="1"/>
          <p:nvPr/>
        </p:nvSpPr>
        <p:spPr>
          <a:xfrm>
            <a:off x="3421626" y="3352800"/>
            <a:ext cx="54348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 err="1"/>
              <a:t>To</a:t>
            </a:r>
            <a:r>
              <a:rPr lang="pt-BR" sz="4800" b="1" dirty="0"/>
              <a:t> </a:t>
            </a:r>
            <a:r>
              <a:rPr lang="pt-BR" sz="4800" b="1" dirty="0" err="1"/>
              <a:t>be</a:t>
            </a:r>
            <a:r>
              <a:rPr lang="pt-BR" sz="4800" b="1" dirty="0"/>
              <a:t> </a:t>
            </a:r>
            <a:r>
              <a:rPr lang="pt-BR" sz="4800" b="1" dirty="0" err="1"/>
              <a:t>Continued</a:t>
            </a:r>
            <a:r>
              <a:rPr lang="pt-BR" sz="4800" b="1" dirty="0"/>
              <a:t>....</a:t>
            </a:r>
          </a:p>
        </p:txBody>
      </p:sp>
    </p:spTree>
    <p:extLst>
      <p:ext uri="{BB962C8B-B14F-4D97-AF65-F5344CB8AC3E}">
        <p14:creationId xmlns:p14="http://schemas.microsoft.com/office/powerpoint/2010/main" val="683796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1BBC-5812-C0A0-0EA8-3BD6D1869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EE26848-DF92-6AF7-640A-D43282E53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CE348B2-C667-8800-C21F-21ED08BFA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B833CA2-7236-F65C-7C88-6474028855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4D65F8A-35B8-9AAC-36E8-D073F9DA25AF}"/>
              </a:ext>
            </a:extLst>
          </p:cNvPr>
          <p:cNvSpPr txBox="1"/>
          <p:nvPr/>
        </p:nvSpPr>
        <p:spPr>
          <a:xfrm>
            <a:off x="440388" y="1560779"/>
            <a:ext cx="6717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Criando a Classe </a:t>
            </a:r>
            <a:r>
              <a:rPr lang="pt-BR" sz="3200" b="1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BancoUsuario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C2379AC-4B67-3EF2-6D10-3E1D74BABE6F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2EABBED-733B-EF26-D80D-DA8FF50C3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60" y="2704975"/>
            <a:ext cx="4921030" cy="31517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58FC7E4-40E5-9DA9-1AB9-300B65FA8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698" y="3703019"/>
            <a:ext cx="5010822" cy="223065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37476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DE22A-F8A7-39EF-D55D-FD21572D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6DA8C29-7B91-46D6-A7C0-A67125E49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BFDF782-F457-FFE2-F308-140C61D2C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59C1D68-0787-99BC-72A6-4C17D0BC12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2A9E2A9-3719-0CBC-3646-55D85D82BC9C}"/>
              </a:ext>
            </a:extLst>
          </p:cNvPr>
          <p:cNvSpPr txBox="1"/>
          <p:nvPr/>
        </p:nvSpPr>
        <p:spPr>
          <a:xfrm>
            <a:off x="440388" y="1560779"/>
            <a:ext cx="76758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Classe criada (Banco de Dados Fake)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025357-EEE5-FD39-1B86-E7E3D804AB8F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64D7391-E3AD-6D76-E447-B5C37C7EF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0301" y="2952208"/>
            <a:ext cx="8054980" cy="154750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09142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C202-9EB5-5200-B319-CB9D6AC2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443A962-B0CC-4F06-0FD3-E1433DB00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7BDF465-B5CD-6A0E-4773-64D168D1A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636B7E2-1F02-6C4D-9652-0BEF22277F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8DD4492-D248-2C02-A837-7286465223F8}"/>
              </a:ext>
            </a:extLst>
          </p:cNvPr>
          <p:cNvSpPr txBox="1"/>
          <p:nvPr/>
        </p:nvSpPr>
        <p:spPr>
          <a:xfrm>
            <a:off x="440388" y="1560779"/>
            <a:ext cx="77255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Criando a </a:t>
            </a:r>
            <a:r>
              <a:rPr lang="pt-BR" sz="3200" b="1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BancoUsuario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pt-BR" sz="3200" b="1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BancoFake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401E05-0C56-4DFA-DB6C-E6FF231F1E2A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E829A36-66B5-FBD8-F82B-BF792F00D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025" y="2700966"/>
            <a:ext cx="9353506" cy="359750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06697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3EBE6-342A-1CCB-26EE-4C467150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5E0A4C-702C-C1F7-4A68-9F96F0F7A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9354A7E-8774-EBE0-74BD-35EC7A240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BE7C083-3A45-09AA-847E-1D55EF446D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6F0CE43-E1F0-73CC-C411-3A049054347A}"/>
              </a:ext>
            </a:extLst>
          </p:cNvPr>
          <p:cNvSpPr txBox="1"/>
          <p:nvPr/>
        </p:nvSpPr>
        <p:spPr>
          <a:xfrm>
            <a:off x="472661" y="1131338"/>
            <a:ext cx="9250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Trabalhando nome das Variáveis dos Campos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846759-B2B7-1C66-72A5-8D41EB68CBAD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ECFC56-44D4-A03E-6414-755510F93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349" y="1923039"/>
            <a:ext cx="3470135" cy="45846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5C3F786-E4FE-A178-7025-81E27A0782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8811" y="2989830"/>
            <a:ext cx="5656840" cy="245104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47627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C55F1-CA8C-3B39-F67A-729FF0B27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DA68DEC-F7E8-77CC-A112-A05AB6312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A0DFA60-D6F6-D04D-1B31-F753C50EB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A4F246A-CE9E-EBCC-0619-36EBED56DE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DD3C531-03EC-1EFB-5884-201D69FE4155}"/>
              </a:ext>
            </a:extLst>
          </p:cNvPr>
          <p:cNvSpPr txBox="1"/>
          <p:nvPr/>
        </p:nvSpPr>
        <p:spPr>
          <a:xfrm>
            <a:off x="472661" y="1131338"/>
            <a:ext cx="7611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“Cadastrando” Usuários (</a:t>
            </a:r>
            <a:r>
              <a:rPr lang="pt-BR" sz="3200" b="1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CRUDfake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D4EAF4-747D-ACE2-3F0C-EE317D1EA841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8AA5ECA-2692-7295-8377-713E0D92BE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973" y="1846094"/>
            <a:ext cx="11608727" cy="45986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2" name="Zoom de Slide 11">
                <a:extLst>
                  <a:ext uri="{FF2B5EF4-FFF2-40B4-BE49-F238E27FC236}">
                    <a16:creationId xmlns:a16="http://schemas.microsoft.com/office/drawing/2014/main" id="{E8D62E7F-B7CD-05E9-F2A2-248AF959FE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3954970"/>
                  </p:ext>
                </p:extLst>
              </p:nvPr>
            </p:nvGraphicFramePr>
            <p:xfrm>
              <a:off x="9586450" y="3508337"/>
              <a:ext cx="1179871" cy="663677"/>
            </p:xfrm>
            <a:graphic>
              <a:graphicData uri="http://schemas.microsoft.com/office/powerpoint/2016/slidezoom">
                <pslz:sldZm>
                  <pslz:sldZmObj sldId="305" cId="3538636270">
                    <pslz:zmPr id="{F16FAA9E-513B-4A84-83CC-29291E6DE9D1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79871" cy="66367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2" name="Zoom de Slide 11">
                <a:extLst>
                  <a:ext uri="{FF2B5EF4-FFF2-40B4-BE49-F238E27FC236}">
                    <a16:creationId xmlns:a16="http://schemas.microsoft.com/office/drawing/2014/main" id="{E8D62E7F-B7CD-05E9-F2A2-248AF959FE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86450" y="3508337"/>
                <a:ext cx="1179871" cy="66367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4" name="Zoom de Slide 13">
                <a:extLst>
                  <a:ext uri="{FF2B5EF4-FFF2-40B4-BE49-F238E27FC236}">
                    <a16:creationId xmlns:a16="http://schemas.microsoft.com/office/drawing/2014/main" id="{6CD85715-F153-2DFC-E888-6C027499071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4954816"/>
                  </p:ext>
                </p:extLst>
              </p:nvPr>
            </p:nvGraphicFramePr>
            <p:xfrm>
              <a:off x="9586450" y="5378393"/>
              <a:ext cx="1137270" cy="639715"/>
            </p:xfrm>
            <a:graphic>
              <a:graphicData uri="http://schemas.microsoft.com/office/powerpoint/2016/slidezoom">
                <pslz:sldZm>
                  <pslz:sldZmObj sldId="306" cId="3624024258">
                    <pslz:zmPr id="{0EF6D4FE-3BB2-4296-B33A-BF0B422D7CEF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37270" cy="63971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4" name="Zoom de Slide 13">
                <a:extLst>
                  <a:ext uri="{FF2B5EF4-FFF2-40B4-BE49-F238E27FC236}">
                    <a16:creationId xmlns:a16="http://schemas.microsoft.com/office/drawing/2014/main" id="{6CD85715-F153-2DFC-E888-6C02749907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86450" y="5378393"/>
                <a:ext cx="1137270" cy="63971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6066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F1FAA39-5803-BCB4-CE01-7A72D274B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5F4F80D-5C94-9C62-C9DE-3676E9806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518" y="0"/>
            <a:ext cx="58013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362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1B35EA-B594-EE93-C618-E4799E6B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D8B6632-1E40-70FD-B7E1-B89917766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830" y="0"/>
            <a:ext cx="60432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2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05B18-EB2A-E9EF-FEA3-A69946636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9ED89CF-F81A-1D8F-811E-80AD5E5CE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9CCDCE0-E6C1-1BF0-B53E-29901C8898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009D9DF-DD78-4B00-6997-D7EE060CC3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3457AFF-55A9-6065-EFD8-30BBFA07AFD2}"/>
              </a:ext>
            </a:extLst>
          </p:cNvPr>
          <p:cNvSpPr txBox="1"/>
          <p:nvPr/>
        </p:nvSpPr>
        <p:spPr>
          <a:xfrm>
            <a:off x="472661" y="1131338"/>
            <a:ext cx="62662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Testando login, mas antes.....</a:t>
            </a:r>
          </a:p>
          <a:p>
            <a:r>
              <a:rPr lang="pt-BR" sz="28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Bora trocar o nome das variáveis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96770F7-2534-D692-F75E-36C26F4E98F7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9370A1-1750-74B6-6FA8-D9C1425F2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667" y="2486638"/>
            <a:ext cx="5244611" cy="345376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87982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4787B-B2F6-0784-59B1-69CBD3E38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8648B1D-91B9-667D-DF10-13569848A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809D0A0-B8F4-0676-1C79-1B67624B6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EC41E42-8929-0409-F878-9151096D7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9053F69-4F0D-2426-8F42-15256BAD4EBD}"/>
              </a:ext>
            </a:extLst>
          </p:cNvPr>
          <p:cNvSpPr txBox="1"/>
          <p:nvPr/>
        </p:nvSpPr>
        <p:spPr>
          <a:xfrm>
            <a:off x="472661" y="1131338"/>
            <a:ext cx="614283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Testando login, mas antes....</a:t>
            </a:r>
          </a:p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Função pra Validar o Login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7CCC7D8-4781-A368-EBDF-2FC988938405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9A120E7-ECF5-BF1C-30D6-3709778F4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060" y="2793581"/>
            <a:ext cx="11357906" cy="260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1979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071B-34A9-D8AA-FCD0-8FF8F5087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0F105D1-13D4-D481-ABAD-546514542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914B0E2-91B6-AD59-D2FF-486C51EB5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723AB85-1A1C-A265-352C-5C6AF3293E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83A6150-D032-55A0-A067-C73A0806981C}"/>
              </a:ext>
            </a:extLst>
          </p:cNvPr>
          <p:cNvSpPr txBox="1"/>
          <p:nvPr/>
        </p:nvSpPr>
        <p:spPr>
          <a:xfrm>
            <a:off x="472661" y="1131338"/>
            <a:ext cx="93211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Testando login, mas antes....</a:t>
            </a:r>
          </a:p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Função pra Validar e capturar o nome do Usuário!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707E68A-2DDF-788C-18A2-A45222E0C3DD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66A8AD9-E8D7-AE71-0E0A-F613690B5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665" y="3119027"/>
            <a:ext cx="11217657" cy="233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5383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CB828-F559-26EB-2DBE-F42A2FDAB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29680EA-8587-DD8A-6385-34BD115BF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9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5F25D41-25F3-6569-88E7-7AF58BB2E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9796064-58CC-BAC2-4E1A-8C100C13A5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161" y="131377"/>
            <a:ext cx="1530866" cy="15308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B4330C2-5489-93AB-F8F7-6B5F479AC6DA}"/>
              </a:ext>
            </a:extLst>
          </p:cNvPr>
          <p:cNvSpPr txBox="1"/>
          <p:nvPr/>
        </p:nvSpPr>
        <p:spPr>
          <a:xfrm>
            <a:off x="472661" y="1131338"/>
            <a:ext cx="61053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Testando login, AGORA SIM!!</a:t>
            </a:r>
          </a:p>
          <a:p>
            <a:r>
              <a:rPr lang="pt-BR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Programando o botão Login</a:t>
            </a:r>
            <a:endParaRPr lang="pt-BR" sz="3200" b="1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93B6D21-282C-FF96-BE10-5CECE2BF1796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6FDD417-BEE1-FCBB-A713-DB41E546A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314" y="2662597"/>
            <a:ext cx="11857703" cy="200680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AAE9729-2F5B-4F5F-8B29-524E080EA5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6303" y="3912933"/>
            <a:ext cx="3000336" cy="281369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F7222F3-CD78-BFC5-610C-3A8CDB3671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8239" y="45547"/>
            <a:ext cx="3000336" cy="320780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13934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EB7C-5444-68CC-3ECE-D94F73B3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6E75E51-84BE-BEA2-FBAC-DCC993A96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24B4DAA-2A52-4074-A384-EFF21A889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" y="-156618"/>
            <a:ext cx="1157975" cy="1157975"/>
          </a:xfrm>
          <a:prstGeom prst="rect">
            <a:avLst/>
          </a:prstGeom>
        </p:spPr>
      </p:pic>
      <p:pic>
        <p:nvPicPr>
          <p:cNvPr id="9" name="Imagem 8" descr="Homem sentado em cadeira&#10;&#10;O conteúdo gerado por IA pode estar incorreto.">
            <a:extLst>
              <a:ext uri="{FF2B5EF4-FFF2-40B4-BE49-F238E27FC236}">
                <a16:creationId xmlns:a16="http://schemas.microsoft.com/office/drawing/2014/main" id="{714106B4-37DC-6871-E5D3-5FD363D04F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89974" l="9970" r="91518">
                        <a14:foregroundMark x1="20833" y1="29362" x2="20536" y2="36589"/>
                        <a14:foregroundMark x1="20536" y1="36589" x2="21875" y2="35482"/>
                        <a14:foregroundMark x1="91518" y1="46354" x2="86458" y2="54753"/>
                        <a14:foregroundMark x1="86458" y1="54753" x2="87500" y2="54492"/>
                        <a14:foregroundMark x1="20833" y1="29167" x2="17262" y2="36458"/>
                        <a14:foregroundMark x1="17262" y1="36458" x2="19792" y2="36849"/>
                        <a14:foregroundMark x1="40476" y1="12891" x2="39435" y2="13802"/>
                        <a14:foregroundMark x1="81250" y1="72982" x2="89583" y2="78190"/>
                        <a14:foregroundMark x1="87946" y1="74544" x2="88988" y2="75000"/>
                        <a14:foregroundMark x1="89583" y1="75456" x2="90030" y2="75456"/>
                        <a14:backgroundMark x1="55506" y1="65299" x2="65179" y2="66211"/>
                        <a14:backgroundMark x1="39881" y1="68685" x2="41518" y2="646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91" b="9830"/>
          <a:stretch>
            <a:fillRect/>
          </a:stretch>
        </p:blipFill>
        <p:spPr>
          <a:xfrm>
            <a:off x="-3892932" y="1243354"/>
            <a:ext cx="2370462" cy="437129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37D8297-B040-C82E-9F6F-F77735B7AC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924" y="4693920"/>
            <a:ext cx="1874860" cy="1874860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0686410D-FC67-169B-D31B-2313E407217F}"/>
              </a:ext>
            </a:extLst>
          </p:cNvPr>
          <p:cNvSpPr/>
          <p:nvPr/>
        </p:nvSpPr>
        <p:spPr>
          <a:xfrm>
            <a:off x="-7159434" y="-1502977"/>
            <a:ext cx="7132320" cy="89154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 descr="Homem sentado em cadeira&#10;&#10;O conteúdo gerado por IA pode estar incorreto.">
            <a:extLst>
              <a:ext uri="{FF2B5EF4-FFF2-40B4-BE49-F238E27FC236}">
                <a16:creationId xmlns:a16="http://schemas.microsoft.com/office/drawing/2014/main" id="{B3E2CE6C-C112-81F7-233B-736C9EBB6C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89974" l="9970" r="91518">
                        <a14:foregroundMark x1="20833" y1="29362" x2="20536" y2="36589"/>
                        <a14:foregroundMark x1="20536" y1="36589" x2="21875" y2="35482"/>
                        <a14:foregroundMark x1="91518" y1="46354" x2="86458" y2="54753"/>
                        <a14:foregroundMark x1="86458" y1="54753" x2="87500" y2="54492"/>
                        <a14:foregroundMark x1="20833" y1="29167" x2="17262" y2="36458"/>
                        <a14:foregroundMark x1="17262" y1="36458" x2="19792" y2="36849"/>
                        <a14:foregroundMark x1="40476" y1="12891" x2="39435" y2="13802"/>
                        <a14:foregroundMark x1="81250" y1="72982" x2="89583" y2="78190"/>
                        <a14:foregroundMark x1="87946" y1="74544" x2="88988" y2="75000"/>
                        <a14:foregroundMark x1="89583" y1="75456" x2="90030" y2="75456"/>
                        <a14:backgroundMark x1="55506" y1="65299" x2="65179" y2="66211"/>
                        <a14:backgroundMark x1="39881" y1="68685" x2="41518" y2="646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91" b="9830"/>
          <a:stretch>
            <a:fillRect/>
          </a:stretch>
        </p:blipFill>
        <p:spPr>
          <a:xfrm>
            <a:off x="-3865818" y="1001357"/>
            <a:ext cx="2370462" cy="437129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3DE6085-F90C-4F58-FF19-66DC13D0841B}"/>
              </a:ext>
            </a:extLst>
          </p:cNvPr>
          <p:cNvSpPr txBox="1"/>
          <p:nvPr/>
        </p:nvSpPr>
        <p:spPr>
          <a:xfrm>
            <a:off x="3719947" y="422369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UC8 – Desenvolvimento Desktop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F6AD103-C08D-13FF-85A0-9F6CFB596243}"/>
              </a:ext>
            </a:extLst>
          </p:cNvPr>
          <p:cNvSpPr txBox="1"/>
          <p:nvPr/>
        </p:nvSpPr>
        <p:spPr>
          <a:xfrm>
            <a:off x="527876" y="2604179"/>
            <a:ext cx="94705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🧪 </a:t>
            </a:r>
            <a:r>
              <a:rPr lang="pt-BR" sz="4000" dirty="0"/>
              <a:t>“Todo sistema gigantesco começou </a:t>
            </a:r>
          </a:p>
          <a:p>
            <a:pPr algn="ctr"/>
            <a:r>
              <a:rPr lang="pt-BR" sz="4000" dirty="0"/>
              <a:t>com uma simples linha de código.”</a:t>
            </a:r>
            <a:r>
              <a:rPr lang="pt-BR" sz="4000" b="1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🚀</a:t>
            </a:r>
          </a:p>
        </p:txBody>
      </p:sp>
    </p:spTree>
    <p:extLst>
      <p:ext uri="{BB962C8B-B14F-4D97-AF65-F5344CB8AC3E}">
        <p14:creationId xmlns:p14="http://schemas.microsoft.com/office/powerpoint/2010/main" val="1949797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6CA54-C517-F5A5-4FD3-1A23FA79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BD239AD-C88A-919E-2440-57665068C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9"/>
            <a:ext cx="12192000" cy="6853881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518B296-09AE-1203-ABBD-EE4B9B141522}"/>
              </a:ext>
            </a:extLst>
          </p:cNvPr>
          <p:cNvSpPr/>
          <p:nvPr/>
        </p:nvSpPr>
        <p:spPr>
          <a:xfrm>
            <a:off x="5104710" y="1245687"/>
            <a:ext cx="32880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Obrigado! </a:t>
            </a:r>
          </a:p>
        </p:txBody>
      </p:sp>
      <p:sp>
        <p:nvSpPr>
          <p:cNvPr id="3" name="CaixaDeTexto 14">
            <a:extLst>
              <a:ext uri="{FF2B5EF4-FFF2-40B4-BE49-F238E27FC236}">
                <a16:creationId xmlns:a16="http://schemas.microsoft.com/office/drawing/2014/main" id="{1251D62D-AE5E-1A5D-3785-CB85FDA1C7DB}"/>
              </a:ext>
            </a:extLst>
          </p:cNvPr>
          <p:cNvSpPr txBox="1"/>
          <p:nvPr/>
        </p:nvSpPr>
        <p:spPr>
          <a:xfrm>
            <a:off x="4839096" y="3194842"/>
            <a:ext cx="45864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dirty="0">
                <a:latin typeface="Amasis MT Pro Black" panose="02040A04050005020304" pitchFamily="18" charset="0"/>
              </a:rPr>
              <a:t>Prof. Éder Silva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2DA6108-CAF5-EDB7-E153-E9CE27E7C0F9}"/>
              </a:ext>
            </a:extLst>
          </p:cNvPr>
          <p:cNvSpPr/>
          <p:nvPr/>
        </p:nvSpPr>
        <p:spPr>
          <a:xfrm>
            <a:off x="-3192200" y="-878137"/>
            <a:ext cx="7132320" cy="89154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0BAC5D6-4EAC-FD80-0BF4-AA8340949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871" y="4454338"/>
            <a:ext cx="1157975" cy="1157975"/>
          </a:xfrm>
          <a:prstGeom prst="rect">
            <a:avLst/>
          </a:prstGeom>
        </p:spPr>
      </p:pic>
      <p:pic>
        <p:nvPicPr>
          <p:cNvPr id="4" name="Imagem 3" descr="Homem sentado em cadeira&#10;&#10;O conteúdo gerado por IA pode estar incorreto.">
            <a:extLst>
              <a:ext uri="{FF2B5EF4-FFF2-40B4-BE49-F238E27FC236}">
                <a16:creationId xmlns:a16="http://schemas.microsoft.com/office/drawing/2014/main" id="{CA6E142D-6257-C9BB-F6F9-104713A25D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89974" l="9970" r="91518">
                        <a14:foregroundMark x1="20833" y1="29362" x2="20536" y2="36589"/>
                        <a14:foregroundMark x1="20536" y1="36589" x2="21875" y2="35482"/>
                        <a14:foregroundMark x1="91518" y1="46354" x2="86458" y2="54753"/>
                        <a14:foregroundMark x1="86458" y1="54753" x2="87500" y2="54492"/>
                        <a14:foregroundMark x1="20833" y1="29167" x2="17262" y2="36458"/>
                        <a14:foregroundMark x1="17262" y1="36458" x2="19792" y2="36849"/>
                        <a14:foregroundMark x1="40476" y1="12891" x2="39435" y2="13802"/>
                        <a14:foregroundMark x1="81250" y1="72982" x2="89583" y2="78190"/>
                        <a14:foregroundMark x1="87946" y1="74544" x2="88988" y2="75000"/>
                        <a14:foregroundMark x1="89583" y1="75456" x2="90030" y2="75456"/>
                        <a14:backgroundMark x1="55506" y1="65299" x2="65179" y2="66211"/>
                        <a14:backgroundMark x1="39881" y1="68685" x2="41518" y2="646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91" b="9830"/>
          <a:stretch>
            <a:fillRect/>
          </a:stretch>
        </p:blipFill>
        <p:spPr>
          <a:xfrm>
            <a:off x="1085184" y="1393917"/>
            <a:ext cx="2370462" cy="437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08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4088</TotalTime>
  <Words>349</Words>
  <Application>Microsoft Office PowerPoint</Application>
  <PresentationFormat>Widescreen</PresentationFormat>
  <Paragraphs>67</Paragraphs>
  <Slides>31</Slides>
  <Notes>0</Notes>
  <HiddenSlides>2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7" baseType="lpstr">
      <vt:lpstr>ADLaM Display</vt:lpstr>
      <vt:lpstr>Amasis MT Pro Black</vt:lpstr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Éder Silva - SPS Power</dc:creator>
  <cp:lastModifiedBy>Éder Silva - SPS Power</cp:lastModifiedBy>
  <cp:revision>15</cp:revision>
  <dcterms:created xsi:type="dcterms:W3CDTF">2026-03-10T14:19:33Z</dcterms:created>
  <dcterms:modified xsi:type="dcterms:W3CDTF">2026-05-25T21:10:15Z</dcterms:modified>
</cp:coreProperties>
</file>
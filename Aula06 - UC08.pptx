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72" r:id="rId6"/>
    <p:sldId id="273" r:id="rId7"/>
    <p:sldId id="281" r:id="rId8"/>
    <p:sldId id="282" r:id="rId9"/>
    <p:sldId id="285" r:id="rId10"/>
    <p:sldId id="286" r:id="rId11"/>
    <p:sldId id="287" r:id="rId12"/>
    <p:sldId id="288" r:id="rId13"/>
    <p:sldId id="289" r:id="rId14"/>
    <p:sldId id="290" r:id="rId15"/>
    <p:sldId id="292" r:id="rId16"/>
    <p:sldId id="293" r:id="rId17"/>
    <p:sldId id="294" r:id="rId18"/>
    <p:sldId id="295" r:id="rId19"/>
    <p:sldId id="279" r:id="rId20"/>
    <p:sldId id="259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6AECE7-BE1B-4ECC-A742-FD22A7F39F68}" v="2" dt="2026-05-22T20:13:51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Éder Silva - SPS Power" userId="5f5aed2d-c409-4fd8-88f9-2db8717a9899" providerId="ADAL" clId="{1BDDBB02-A91A-4A2A-B06F-3120CC29CC12}"/>
    <pc:docChg chg="undo custSel addSld delSld modSld">
      <pc:chgData name="Éder Silva - SPS Power" userId="5f5aed2d-c409-4fd8-88f9-2db8717a9899" providerId="ADAL" clId="{1BDDBB02-A91A-4A2A-B06F-3120CC29CC12}" dt="2026-05-22T23:08:02.387" v="395" actId="47"/>
      <pc:docMkLst>
        <pc:docMk/>
      </pc:docMkLst>
      <pc:sldChg chg="modSp mod">
        <pc:chgData name="Éder Silva - SPS Power" userId="5f5aed2d-c409-4fd8-88f9-2db8717a9899" providerId="ADAL" clId="{1BDDBB02-A91A-4A2A-B06F-3120CC29CC12}" dt="2026-05-22T19:26:29.378" v="0" actId="20577"/>
        <pc:sldMkLst>
          <pc:docMk/>
          <pc:sldMk cId="590018803" sldId="256"/>
        </pc:sldMkLst>
        <pc:spChg chg="mod">
          <ac:chgData name="Éder Silva - SPS Power" userId="5f5aed2d-c409-4fd8-88f9-2db8717a9899" providerId="ADAL" clId="{1BDDBB02-A91A-4A2A-B06F-3120CC29CC12}" dt="2026-05-22T19:26:29.378" v="0" actId="20577"/>
          <ac:spMkLst>
            <pc:docMk/>
            <pc:sldMk cId="590018803" sldId="256"/>
            <ac:spMk id="9" creationId="{44D7A540-71D6-0D22-F693-B3F9A5FAD1F2}"/>
          </ac:spMkLst>
        </pc:spChg>
      </pc:sldChg>
      <pc:sldChg chg="addSp delSp modSp mod">
        <pc:chgData name="Éder Silva - SPS Power" userId="5f5aed2d-c409-4fd8-88f9-2db8717a9899" providerId="ADAL" clId="{1BDDBB02-A91A-4A2A-B06F-3120CC29CC12}" dt="2026-05-22T19:35:41.768" v="106" actId="14861"/>
        <pc:sldMkLst>
          <pc:docMk/>
          <pc:sldMk cId="2415879748" sldId="257"/>
        </pc:sldMkLst>
        <pc:spChg chg="del">
          <ac:chgData name="Éder Silva - SPS Power" userId="5f5aed2d-c409-4fd8-88f9-2db8717a9899" providerId="ADAL" clId="{1BDDBB02-A91A-4A2A-B06F-3120CC29CC12}" dt="2026-05-22T19:28:22.679" v="23" actId="478"/>
          <ac:spMkLst>
            <pc:docMk/>
            <pc:sldMk cId="2415879748" sldId="257"/>
            <ac:spMk id="2" creationId="{CCFF1E29-368D-EDC2-8FC1-1931E55B3423}"/>
          </ac:spMkLst>
        </pc:spChg>
        <pc:picChg chg="add mod">
          <ac:chgData name="Éder Silva - SPS Power" userId="5f5aed2d-c409-4fd8-88f9-2db8717a9899" providerId="ADAL" clId="{1BDDBB02-A91A-4A2A-B06F-3120CC29CC12}" dt="2026-05-22T19:35:37.275" v="105" actId="14861"/>
          <ac:picMkLst>
            <pc:docMk/>
            <pc:sldMk cId="2415879748" sldId="257"/>
            <ac:picMk id="8" creationId="{FDB207B7-E4E7-269D-7A38-34353F649B13}"/>
          </ac:picMkLst>
        </pc:picChg>
        <pc:picChg chg="add mod">
          <ac:chgData name="Éder Silva - SPS Power" userId="5f5aed2d-c409-4fd8-88f9-2db8717a9899" providerId="ADAL" clId="{1BDDBB02-A91A-4A2A-B06F-3120CC29CC12}" dt="2026-05-22T19:35:41.768" v="106" actId="14861"/>
          <ac:picMkLst>
            <pc:docMk/>
            <pc:sldMk cId="2415879748" sldId="257"/>
            <ac:picMk id="10" creationId="{DC3B4FCA-4F6E-4FFD-61E4-1A8CDDE649C2}"/>
          </ac:picMkLst>
        </pc:picChg>
      </pc:sldChg>
      <pc:sldChg chg="addSp delSp modSp mod">
        <pc:chgData name="Éder Silva - SPS Power" userId="5f5aed2d-c409-4fd8-88f9-2db8717a9899" providerId="ADAL" clId="{1BDDBB02-A91A-4A2A-B06F-3120CC29CC12}" dt="2026-05-22T19:35:29.471" v="104" actId="14861"/>
        <pc:sldMkLst>
          <pc:docMk/>
          <pc:sldMk cId="1280800225" sldId="258"/>
        </pc:sldMkLst>
        <pc:spChg chg="del">
          <ac:chgData name="Éder Silva - SPS Power" userId="5f5aed2d-c409-4fd8-88f9-2db8717a9899" providerId="ADAL" clId="{1BDDBB02-A91A-4A2A-B06F-3120CC29CC12}" dt="2026-05-22T19:33:36.580" v="30" actId="478"/>
          <ac:spMkLst>
            <pc:docMk/>
            <pc:sldMk cId="1280800225" sldId="258"/>
            <ac:spMk id="2" creationId="{B11D33AC-B970-35E3-EF06-B603B2F555FF}"/>
          </ac:spMkLst>
        </pc:spChg>
        <pc:spChg chg="mod">
          <ac:chgData name="Éder Silva - SPS Power" userId="5f5aed2d-c409-4fd8-88f9-2db8717a9899" providerId="ADAL" clId="{1BDDBB02-A91A-4A2A-B06F-3120CC29CC12}" dt="2026-05-22T19:33:53.977" v="56" actId="20577"/>
          <ac:spMkLst>
            <pc:docMk/>
            <pc:sldMk cId="1280800225" sldId="258"/>
            <ac:spMk id="3" creationId="{3F28D017-742C-38F6-B7DA-F10449DA0992}"/>
          </ac:spMkLst>
        </pc:spChg>
        <pc:picChg chg="add mod">
          <ac:chgData name="Éder Silva - SPS Power" userId="5f5aed2d-c409-4fd8-88f9-2db8717a9899" providerId="ADAL" clId="{1BDDBB02-A91A-4A2A-B06F-3120CC29CC12}" dt="2026-05-22T19:35:29.471" v="104" actId="14861"/>
          <ac:picMkLst>
            <pc:docMk/>
            <pc:sldMk cId="1280800225" sldId="258"/>
            <ac:picMk id="9" creationId="{1E45A9FD-5F5B-3576-0D98-E1DC122D2589}"/>
          </ac:picMkLst>
        </pc:picChg>
      </pc:sldChg>
      <pc:sldChg chg="modSp mod">
        <pc:chgData name="Éder Silva - SPS Power" userId="5f5aed2d-c409-4fd8-88f9-2db8717a9899" providerId="ADAL" clId="{1BDDBB02-A91A-4A2A-B06F-3120CC29CC12}" dt="2026-05-22T19:28:10.387" v="22" actId="20577"/>
        <pc:sldMkLst>
          <pc:docMk/>
          <pc:sldMk cId="151920907" sldId="271"/>
        </pc:sldMkLst>
        <pc:spChg chg="mod">
          <ac:chgData name="Éder Silva - SPS Power" userId="5f5aed2d-c409-4fd8-88f9-2db8717a9899" providerId="ADAL" clId="{1BDDBB02-A91A-4A2A-B06F-3120CC29CC12}" dt="2026-05-22T19:28:10.387" v="22" actId="20577"/>
          <ac:spMkLst>
            <pc:docMk/>
            <pc:sldMk cId="151920907" sldId="271"/>
            <ac:spMk id="2" creationId="{9A7ED466-F26B-82AF-7AAF-143EE2DCBE94}"/>
          </ac:spMkLst>
        </pc:spChg>
        <pc:spChg chg="mod">
          <ac:chgData name="Éder Silva - SPS Power" userId="5f5aed2d-c409-4fd8-88f9-2db8717a9899" providerId="ADAL" clId="{1BDDBB02-A91A-4A2A-B06F-3120CC29CC12}" dt="2026-05-22T19:26:34.651" v="1" actId="20577"/>
          <ac:spMkLst>
            <pc:docMk/>
            <pc:sldMk cId="151920907" sldId="271"/>
            <ac:spMk id="9" creationId="{2ABF101B-2F92-A409-26F4-0A497AD0F7D0}"/>
          </ac:spMkLst>
        </pc:spChg>
      </pc:sldChg>
      <pc:sldChg chg="addSp delSp modSp mod">
        <pc:chgData name="Éder Silva - SPS Power" userId="5f5aed2d-c409-4fd8-88f9-2db8717a9899" providerId="ADAL" clId="{1BDDBB02-A91A-4A2A-B06F-3120CC29CC12}" dt="2026-05-22T19:35:22.639" v="103" actId="14861"/>
        <pc:sldMkLst>
          <pc:docMk/>
          <pc:sldMk cId="728000578" sldId="272"/>
        </pc:sldMkLst>
        <pc:spChg chg="del">
          <ac:chgData name="Éder Silva - SPS Power" userId="5f5aed2d-c409-4fd8-88f9-2db8717a9899" providerId="ADAL" clId="{1BDDBB02-A91A-4A2A-B06F-3120CC29CC12}" dt="2026-05-22T19:34:39.361" v="57" actId="478"/>
          <ac:spMkLst>
            <pc:docMk/>
            <pc:sldMk cId="728000578" sldId="272"/>
            <ac:spMk id="2" creationId="{ABCAD679-FF76-056B-B040-DC52E592F173}"/>
          </ac:spMkLst>
        </pc:spChg>
        <pc:spChg chg="mod">
          <ac:chgData name="Éder Silva - SPS Power" userId="5f5aed2d-c409-4fd8-88f9-2db8717a9899" providerId="ADAL" clId="{1BDDBB02-A91A-4A2A-B06F-3120CC29CC12}" dt="2026-05-22T19:35:13.331" v="101" actId="20577"/>
          <ac:spMkLst>
            <pc:docMk/>
            <pc:sldMk cId="728000578" sldId="272"/>
            <ac:spMk id="3" creationId="{A046C167-D053-69A1-4709-0C31CB554EDD}"/>
          </ac:spMkLst>
        </pc:spChg>
        <pc:picChg chg="add mod">
          <ac:chgData name="Éder Silva - SPS Power" userId="5f5aed2d-c409-4fd8-88f9-2db8717a9899" providerId="ADAL" clId="{1BDDBB02-A91A-4A2A-B06F-3120CC29CC12}" dt="2026-05-22T19:35:22.639" v="103" actId="14861"/>
          <ac:picMkLst>
            <pc:docMk/>
            <pc:sldMk cId="728000578" sldId="272"/>
            <ac:picMk id="9" creationId="{FEFE416D-0BF6-095D-FBCB-181F000D7ED7}"/>
          </ac:picMkLst>
        </pc:picChg>
      </pc:sldChg>
      <pc:sldChg chg="addSp delSp modSp mod">
        <pc:chgData name="Éder Silva - SPS Power" userId="5f5aed2d-c409-4fd8-88f9-2db8717a9899" providerId="ADAL" clId="{1BDDBB02-A91A-4A2A-B06F-3120CC29CC12}" dt="2026-05-22T19:44:33.983" v="178" actId="1076"/>
        <pc:sldMkLst>
          <pc:docMk/>
          <pc:sldMk cId="3640789773" sldId="286"/>
        </pc:sldMkLst>
        <pc:spChg chg="mod">
          <ac:chgData name="Éder Silva - SPS Power" userId="5f5aed2d-c409-4fd8-88f9-2db8717a9899" providerId="ADAL" clId="{1BDDBB02-A91A-4A2A-B06F-3120CC29CC12}" dt="2026-05-22T19:37:53.565" v="142" actId="20577"/>
          <ac:spMkLst>
            <pc:docMk/>
            <pc:sldMk cId="3640789773" sldId="286"/>
            <ac:spMk id="3" creationId="{7855A6D3-6744-CD12-B365-C495E3BB6F5E}"/>
          </ac:spMkLst>
        </pc:spChg>
        <pc:picChg chg="add del mod">
          <ac:chgData name="Éder Silva - SPS Power" userId="5f5aed2d-c409-4fd8-88f9-2db8717a9899" providerId="ADAL" clId="{1BDDBB02-A91A-4A2A-B06F-3120CC29CC12}" dt="2026-05-22T19:40:29.940" v="155" actId="478"/>
          <ac:picMkLst>
            <pc:docMk/>
            <pc:sldMk cId="3640789773" sldId="286"/>
            <ac:picMk id="6" creationId="{716BBB23-BABA-8364-B942-42FB6A0A4EE6}"/>
          </ac:picMkLst>
        </pc:picChg>
        <pc:picChg chg="del">
          <ac:chgData name="Éder Silva - SPS Power" userId="5f5aed2d-c409-4fd8-88f9-2db8717a9899" providerId="ADAL" clId="{1BDDBB02-A91A-4A2A-B06F-3120CC29CC12}" dt="2026-05-22T19:37:37.015" v="107" actId="478"/>
          <ac:picMkLst>
            <pc:docMk/>
            <pc:sldMk cId="3640789773" sldId="286"/>
            <ac:picMk id="9" creationId="{25D62126-DD31-D6A2-8B64-8C689507BF62}"/>
          </ac:picMkLst>
        </pc:picChg>
        <pc:picChg chg="add mod">
          <ac:chgData name="Éder Silva - SPS Power" userId="5f5aed2d-c409-4fd8-88f9-2db8717a9899" providerId="ADAL" clId="{1BDDBB02-A91A-4A2A-B06F-3120CC29CC12}" dt="2026-05-22T19:38:47.904" v="153" actId="14861"/>
          <ac:picMkLst>
            <pc:docMk/>
            <pc:sldMk cId="3640789773" sldId="286"/>
            <ac:picMk id="11" creationId="{51FCECFC-1700-103F-2398-D40867DE9289}"/>
          </ac:picMkLst>
        </pc:picChg>
        <pc:picChg chg="add mod">
          <ac:chgData name="Éder Silva - SPS Power" userId="5f5aed2d-c409-4fd8-88f9-2db8717a9899" providerId="ADAL" clId="{1BDDBB02-A91A-4A2A-B06F-3120CC29CC12}" dt="2026-05-22T19:44:33.983" v="178" actId="1076"/>
          <ac:picMkLst>
            <pc:docMk/>
            <pc:sldMk cId="3640789773" sldId="286"/>
            <ac:picMk id="13" creationId="{7D92F430-F167-86A5-632C-0CB0A573BFD5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2T19:44:27.612" v="177" actId="14861"/>
        <pc:sldMkLst>
          <pc:docMk/>
          <pc:sldMk cId="302868421" sldId="287"/>
        </pc:sldMkLst>
        <pc:picChg chg="add del mod">
          <ac:chgData name="Éder Silva - SPS Power" userId="5f5aed2d-c409-4fd8-88f9-2db8717a9899" providerId="ADAL" clId="{1BDDBB02-A91A-4A2A-B06F-3120CC29CC12}" dt="2026-05-22T19:43:52.959" v="172" actId="478"/>
          <ac:picMkLst>
            <pc:docMk/>
            <pc:sldMk cId="302868421" sldId="287"/>
            <ac:picMk id="6" creationId="{45C94B4C-CE47-392E-EBCB-615AC87C66BC}"/>
          </ac:picMkLst>
        </pc:picChg>
        <pc:picChg chg="add mod">
          <ac:chgData name="Éder Silva - SPS Power" userId="5f5aed2d-c409-4fd8-88f9-2db8717a9899" providerId="ADAL" clId="{1BDDBB02-A91A-4A2A-B06F-3120CC29CC12}" dt="2026-05-22T19:44:27.612" v="177" actId="14861"/>
          <ac:picMkLst>
            <pc:docMk/>
            <pc:sldMk cId="302868421" sldId="287"/>
            <ac:picMk id="10" creationId="{DD02F5E5-6221-1FBA-A772-7F7F535B0424}"/>
          </ac:picMkLst>
        </pc:picChg>
        <pc:picChg chg="del">
          <ac:chgData name="Éder Silva - SPS Power" userId="5f5aed2d-c409-4fd8-88f9-2db8717a9899" providerId="ADAL" clId="{1BDDBB02-A91A-4A2A-B06F-3120CC29CC12}" dt="2026-05-22T19:41:54.438" v="167" actId="478"/>
          <ac:picMkLst>
            <pc:docMk/>
            <pc:sldMk cId="302868421" sldId="287"/>
            <ac:picMk id="13" creationId="{B2558415-8646-6761-388A-D7F70EBAE149}"/>
          </ac:picMkLst>
        </pc:picChg>
      </pc:sldChg>
      <pc:sldChg chg="del">
        <pc:chgData name="Éder Silva - SPS Power" userId="5f5aed2d-c409-4fd8-88f9-2db8717a9899" providerId="ADAL" clId="{1BDDBB02-A91A-4A2A-B06F-3120CC29CC12}" dt="2026-05-22T19:41:30.371" v="162" actId="47"/>
        <pc:sldMkLst>
          <pc:docMk/>
          <pc:sldMk cId="3898179167" sldId="287"/>
        </pc:sldMkLst>
      </pc:sldChg>
      <pc:sldChg chg="add">
        <pc:chgData name="Éder Silva - SPS Power" userId="5f5aed2d-c409-4fd8-88f9-2db8717a9899" providerId="ADAL" clId="{1BDDBB02-A91A-4A2A-B06F-3120CC29CC12}" dt="2026-05-22T19:44:47.072" v="179" actId="2890"/>
        <pc:sldMkLst>
          <pc:docMk/>
          <pc:sldMk cId="779618799" sldId="288"/>
        </pc:sldMkLst>
      </pc:sldChg>
      <pc:sldChg chg="del">
        <pc:chgData name="Éder Silva - SPS Power" userId="5f5aed2d-c409-4fd8-88f9-2db8717a9899" providerId="ADAL" clId="{1BDDBB02-A91A-4A2A-B06F-3120CC29CC12}" dt="2026-05-22T19:41:34.333" v="163" actId="47"/>
        <pc:sldMkLst>
          <pc:docMk/>
          <pc:sldMk cId="2660646598" sldId="288"/>
        </pc:sldMkLst>
      </pc:sldChg>
      <pc:sldChg chg="del">
        <pc:chgData name="Éder Silva - SPS Power" userId="5f5aed2d-c409-4fd8-88f9-2db8717a9899" providerId="ADAL" clId="{1BDDBB02-A91A-4A2A-B06F-3120CC29CC12}" dt="2026-05-22T19:41:36.715" v="164" actId="47"/>
        <pc:sldMkLst>
          <pc:docMk/>
          <pc:sldMk cId="3256072022" sldId="289"/>
        </pc:sldMkLst>
      </pc:sldChg>
      <pc:sldChg chg="addSp delSp modSp add mod">
        <pc:chgData name="Éder Silva - SPS Power" userId="5f5aed2d-c409-4fd8-88f9-2db8717a9899" providerId="ADAL" clId="{1BDDBB02-A91A-4A2A-B06F-3120CC29CC12}" dt="2026-05-22T19:49:39.718" v="222" actId="1076"/>
        <pc:sldMkLst>
          <pc:docMk/>
          <pc:sldMk cId="3331575959" sldId="289"/>
        </pc:sldMkLst>
        <pc:spChg chg="mod">
          <ac:chgData name="Éder Silva - SPS Power" userId="5f5aed2d-c409-4fd8-88f9-2db8717a9899" providerId="ADAL" clId="{1BDDBB02-A91A-4A2A-B06F-3120CC29CC12}" dt="2026-05-22T19:48:30.322" v="210" actId="20577"/>
          <ac:spMkLst>
            <pc:docMk/>
            <pc:sldMk cId="3331575959" sldId="289"/>
            <ac:spMk id="3" creationId="{276F394C-FADA-A3BF-322A-120EE397D616}"/>
          </ac:spMkLst>
        </pc:spChg>
        <pc:picChg chg="add mod">
          <ac:chgData name="Éder Silva - SPS Power" userId="5f5aed2d-c409-4fd8-88f9-2db8717a9899" providerId="ADAL" clId="{1BDDBB02-A91A-4A2A-B06F-3120CC29CC12}" dt="2026-05-22T19:49:39.718" v="222" actId="1076"/>
          <ac:picMkLst>
            <pc:docMk/>
            <pc:sldMk cId="3331575959" sldId="289"/>
            <ac:picMk id="6" creationId="{F6681DE9-252E-EE8F-F0BF-D0BD2675607C}"/>
          </ac:picMkLst>
        </pc:picChg>
        <pc:picChg chg="del">
          <ac:chgData name="Éder Silva - SPS Power" userId="5f5aed2d-c409-4fd8-88f9-2db8717a9899" providerId="ADAL" clId="{1BDDBB02-A91A-4A2A-B06F-3120CC29CC12}" dt="2026-05-22T19:48:15.028" v="181" actId="478"/>
          <ac:picMkLst>
            <pc:docMk/>
            <pc:sldMk cId="3331575959" sldId="289"/>
            <ac:picMk id="10" creationId="{942C801F-2005-B72D-336A-0D0B969BCF69}"/>
          </ac:picMkLst>
        </pc:picChg>
        <pc:picChg chg="del">
          <ac:chgData name="Éder Silva - SPS Power" userId="5f5aed2d-c409-4fd8-88f9-2db8717a9899" providerId="ADAL" clId="{1BDDBB02-A91A-4A2A-B06F-3120CC29CC12}" dt="2026-05-22T19:48:16.821" v="182" actId="478"/>
          <ac:picMkLst>
            <pc:docMk/>
            <pc:sldMk cId="3331575959" sldId="289"/>
            <ac:picMk id="11" creationId="{702995C2-F11A-E5D8-1D09-B184EE134D15}"/>
          </ac:picMkLst>
        </pc:picChg>
        <pc:picChg chg="add mod">
          <ac:chgData name="Éder Silva - SPS Power" userId="5f5aed2d-c409-4fd8-88f9-2db8717a9899" providerId="ADAL" clId="{1BDDBB02-A91A-4A2A-B06F-3120CC29CC12}" dt="2026-05-22T19:49:38.003" v="221" actId="1076"/>
          <ac:picMkLst>
            <pc:docMk/>
            <pc:sldMk cId="3331575959" sldId="289"/>
            <ac:picMk id="12" creationId="{D7606DC2-823F-5E7A-8B63-5DD0032AA8E4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2T19:52:42.524" v="266" actId="14861"/>
        <pc:sldMkLst>
          <pc:docMk/>
          <pc:sldMk cId="1427869781" sldId="290"/>
        </pc:sldMkLst>
        <pc:spChg chg="mod">
          <ac:chgData name="Éder Silva - SPS Power" userId="5f5aed2d-c409-4fd8-88f9-2db8717a9899" providerId="ADAL" clId="{1BDDBB02-A91A-4A2A-B06F-3120CC29CC12}" dt="2026-05-22T19:51:46.168" v="257" actId="20577"/>
          <ac:spMkLst>
            <pc:docMk/>
            <pc:sldMk cId="1427869781" sldId="290"/>
            <ac:spMk id="3" creationId="{AA262977-CA30-A66F-F543-4882FCD52CA9}"/>
          </ac:spMkLst>
        </pc:spChg>
        <pc:picChg chg="del">
          <ac:chgData name="Éder Silva - SPS Power" userId="5f5aed2d-c409-4fd8-88f9-2db8717a9899" providerId="ADAL" clId="{1BDDBB02-A91A-4A2A-B06F-3120CC29CC12}" dt="2026-05-22T19:51:28.417" v="224" actId="478"/>
          <ac:picMkLst>
            <pc:docMk/>
            <pc:sldMk cId="1427869781" sldId="290"/>
            <ac:picMk id="6" creationId="{5B62339F-65CB-3A28-317B-31570E1CA541}"/>
          </ac:picMkLst>
        </pc:picChg>
        <pc:picChg chg="add mod">
          <ac:chgData name="Éder Silva - SPS Power" userId="5f5aed2d-c409-4fd8-88f9-2db8717a9899" providerId="ADAL" clId="{1BDDBB02-A91A-4A2A-B06F-3120CC29CC12}" dt="2026-05-22T19:52:36.646" v="265" actId="14861"/>
          <ac:picMkLst>
            <pc:docMk/>
            <pc:sldMk cId="1427869781" sldId="290"/>
            <ac:picMk id="9" creationId="{572BDEA7-6F90-B2B0-5868-1B6EB8F381F7}"/>
          </ac:picMkLst>
        </pc:picChg>
        <pc:picChg chg="add mod">
          <ac:chgData name="Éder Silva - SPS Power" userId="5f5aed2d-c409-4fd8-88f9-2db8717a9899" providerId="ADAL" clId="{1BDDBB02-A91A-4A2A-B06F-3120CC29CC12}" dt="2026-05-22T19:52:42.524" v="266" actId="14861"/>
          <ac:picMkLst>
            <pc:docMk/>
            <pc:sldMk cId="1427869781" sldId="290"/>
            <ac:picMk id="11" creationId="{0D758053-616E-348D-779F-B76789880DC4}"/>
          </ac:picMkLst>
        </pc:picChg>
        <pc:picChg chg="del">
          <ac:chgData name="Éder Silva - SPS Power" userId="5f5aed2d-c409-4fd8-88f9-2db8717a9899" providerId="ADAL" clId="{1BDDBB02-A91A-4A2A-B06F-3120CC29CC12}" dt="2026-05-22T19:51:30.451" v="225" actId="478"/>
          <ac:picMkLst>
            <pc:docMk/>
            <pc:sldMk cId="1427869781" sldId="290"/>
            <ac:picMk id="12" creationId="{785A4601-15A2-BCAD-631B-CA739291BEF2}"/>
          </ac:picMkLst>
        </pc:picChg>
      </pc:sldChg>
      <pc:sldChg chg="del">
        <pc:chgData name="Éder Silva - SPS Power" userId="5f5aed2d-c409-4fd8-88f9-2db8717a9899" providerId="ADAL" clId="{1BDDBB02-A91A-4A2A-B06F-3120CC29CC12}" dt="2026-05-22T19:41:39.452" v="165" actId="47"/>
        <pc:sldMkLst>
          <pc:docMk/>
          <pc:sldMk cId="1662562445" sldId="290"/>
        </pc:sldMkLst>
      </pc:sldChg>
      <pc:sldChg chg="addSp delSp modSp add del mod">
        <pc:chgData name="Éder Silva - SPS Power" userId="5f5aed2d-c409-4fd8-88f9-2db8717a9899" providerId="ADAL" clId="{1BDDBB02-A91A-4A2A-B06F-3120CC29CC12}" dt="2026-05-22T23:08:02.387" v="395" actId="47"/>
        <pc:sldMkLst>
          <pc:docMk/>
          <pc:sldMk cId="3701211078" sldId="291"/>
        </pc:sldMkLst>
        <pc:picChg chg="add del mod">
          <ac:chgData name="Éder Silva - SPS Power" userId="5f5aed2d-c409-4fd8-88f9-2db8717a9899" providerId="ADAL" clId="{1BDDBB02-A91A-4A2A-B06F-3120CC29CC12}" dt="2026-05-22T19:53:41.037" v="273" actId="478"/>
          <ac:picMkLst>
            <pc:docMk/>
            <pc:sldMk cId="3701211078" sldId="291"/>
            <ac:picMk id="6" creationId="{A75C89F3-A668-4C15-B791-F67EA53C8D56}"/>
          </ac:picMkLst>
        </pc:picChg>
        <pc:picChg chg="mod">
          <ac:chgData name="Éder Silva - SPS Power" userId="5f5aed2d-c409-4fd8-88f9-2db8717a9899" providerId="ADAL" clId="{1BDDBB02-A91A-4A2A-B06F-3120CC29CC12}" dt="2026-05-22T19:53:27.450" v="268" actId="1076"/>
          <ac:picMkLst>
            <pc:docMk/>
            <pc:sldMk cId="3701211078" sldId="291"/>
            <ac:picMk id="9" creationId="{9E3B1DD0-7E59-5C3E-E662-BA4F0DA8B45A}"/>
          </ac:picMkLst>
        </pc:picChg>
        <pc:picChg chg="mod">
          <ac:chgData name="Éder Silva - SPS Power" userId="5f5aed2d-c409-4fd8-88f9-2db8717a9899" providerId="ADAL" clId="{1BDDBB02-A91A-4A2A-B06F-3120CC29CC12}" dt="2026-05-22T19:53:30.381" v="269" actId="1076"/>
          <ac:picMkLst>
            <pc:docMk/>
            <pc:sldMk cId="3701211078" sldId="291"/>
            <ac:picMk id="11" creationId="{C3210C7F-C4DA-EAF6-9FC7-23731C1C23EE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2T20:01:08.646" v="283" actId="14861"/>
        <pc:sldMkLst>
          <pc:docMk/>
          <pc:sldMk cId="4114948165" sldId="292"/>
        </pc:sldMkLst>
        <pc:picChg chg="add mod">
          <ac:chgData name="Éder Silva - SPS Power" userId="5f5aed2d-c409-4fd8-88f9-2db8717a9899" providerId="ADAL" clId="{1BDDBB02-A91A-4A2A-B06F-3120CC29CC12}" dt="2026-05-22T19:53:59.686" v="279" actId="14861"/>
          <ac:picMkLst>
            <pc:docMk/>
            <pc:sldMk cId="4114948165" sldId="292"/>
            <ac:picMk id="6" creationId="{E7DDE53D-8A8F-C10B-A312-2F9564517D13}"/>
          </ac:picMkLst>
        </pc:picChg>
        <pc:picChg chg="del">
          <ac:chgData name="Éder Silva - SPS Power" userId="5f5aed2d-c409-4fd8-88f9-2db8717a9899" providerId="ADAL" clId="{1BDDBB02-A91A-4A2A-B06F-3120CC29CC12}" dt="2026-05-22T19:53:48.818" v="275" actId="478"/>
          <ac:picMkLst>
            <pc:docMk/>
            <pc:sldMk cId="4114948165" sldId="292"/>
            <ac:picMk id="9" creationId="{E4A0CADA-938C-26A5-8371-26B559A16502}"/>
          </ac:picMkLst>
        </pc:picChg>
        <pc:picChg chg="del">
          <ac:chgData name="Éder Silva - SPS Power" userId="5f5aed2d-c409-4fd8-88f9-2db8717a9899" providerId="ADAL" clId="{1BDDBB02-A91A-4A2A-B06F-3120CC29CC12}" dt="2026-05-22T19:53:49.752" v="276" actId="478"/>
          <ac:picMkLst>
            <pc:docMk/>
            <pc:sldMk cId="4114948165" sldId="292"/>
            <ac:picMk id="11" creationId="{83D5F6BB-E9FE-4104-0041-87686ADEBE0C}"/>
          </ac:picMkLst>
        </pc:picChg>
        <pc:picChg chg="add mod">
          <ac:chgData name="Éder Silva - SPS Power" userId="5f5aed2d-c409-4fd8-88f9-2db8717a9899" providerId="ADAL" clId="{1BDDBB02-A91A-4A2A-B06F-3120CC29CC12}" dt="2026-05-22T20:01:08.646" v="283" actId="14861"/>
          <ac:picMkLst>
            <pc:docMk/>
            <pc:sldMk cId="4114948165" sldId="292"/>
            <ac:picMk id="12" creationId="{714DA122-013D-90C0-3DB3-AC1AE893ABB6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2T20:02:32.391" v="295" actId="14861"/>
        <pc:sldMkLst>
          <pc:docMk/>
          <pc:sldMk cId="1904666041" sldId="293"/>
        </pc:sldMkLst>
        <pc:picChg chg="del">
          <ac:chgData name="Éder Silva - SPS Power" userId="5f5aed2d-c409-4fd8-88f9-2db8717a9899" providerId="ADAL" clId="{1BDDBB02-A91A-4A2A-B06F-3120CC29CC12}" dt="2026-05-22T20:01:43.532" v="285" actId="478"/>
          <ac:picMkLst>
            <pc:docMk/>
            <pc:sldMk cId="1904666041" sldId="293"/>
            <ac:picMk id="6" creationId="{2A2547A2-058F-775F-A690-317A32106E30}"/>
          </ac:picMkLst>
        </pc:picChg>
        <pc:picChg chg="add mod">
          <ac:chgData name="Éder Silva - SPS Power" userId="5f5aed2d-c409-4fd8-88f9-2db8717a9899" providerId="ADAL" clId="{1BDDBB02-A91A-4A2A-B06F-3120CC29CC12}" dt="2026-05-22T20:02:27.895" v="294" actId="14861"/>
          <ac:picMkLst>
            <pc:docMk/>
            <pc:sldMk cId="1904666041" sldId="293"/>
            <ac:picMk id="9" creationId="{42942403-F163-7259-22B5-A797F8A521F3}"/>
          </ac:picMkLst>
        </pc:picChg>
        <pc:picChg chg="add mod">
          <ac:chgData name="Éder Silva - SPS Power" userId="5f5aed2d-c409-4fd8-88f9-2db8717a9899" providerId="ADAL" clId="{1BDDBB02-A91A-4A2A-B06F-3120CC29CC12}" dt="2026-05-22T20:02:32.391" v="295" actId="14861"/>
          <ac:picMkLst>
            <pc:docMk/>
            <pc:sldMk cId="1904666041" sldId="293"/>
            <ac:picMk id="11" creationId="{52BE5AFB-4635-61A9-7AAB-5EF92FD4D2EB}"/>
          </ac:picMkLst>
        </pc:picChg>
        <pc:picChg chg="del">
          <ac:chgData name="Éder Silva - SPS Power" userId="5f5aed2d-c409-4fd8-88f9-2db8717a9899" providerId="ADAL" clId="{1BDDBB02-A91A-4A2A-B06F-3120CC29CC12}" dt="2026-05-22T20:01:44.554" v="286" actId="478"/>
          <ac:picMkLst>
            <pc:docMk/>
            <pc:sldMk cId="1904666041" sldId="293"/>
            <ac:picMk id="12" creationId="{1297F1BE-29E9-9516-64D9-484EC0D50F3D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2T20:10:30.800" v="331"/>
        <pc:sldMkLst>
          <pc:docMk/>
          <pc:sldMk cId="2092300943" sldId="294"/>
        </pc:sldMkLst>
        <pc:spChg chg="mod">
          <ac:chgData name="Éder Silva - SPS Power" userId="5f5aed2d-c409-4fd8-88f9-2db8717a9899" providerId="ADAL" clId="{1BDDBB02-A91A-4A2A-B06F-3120CC29CC12}" dt="2026-05-22T20:08:06.531" v="318" actId="20577"/>
          <ac:spMkLst>
            <pc:docMk/>
            <pc:sldMk cId="2092300943" sldId="294"/>
            <ac:spMk id="3" creationId="{999E0124-F4CF-AAA4-B3CA-22C1578B9B84}"/>
          </ac:spMkLst>
        </pc:spChg>
        <pc:picChg chg="add mod">
          <ac:chgData name="Éder Silva - SPS Power" userId="5f5aed2d-c409-4fd8-88f9-2db8717a9899" providerId="ADAL" clId="{1BDDBB02-A91A-4A2A-B06F-3120CC29CC12}" dt="2026-05-22T20:09:46.267" v="326" actId="1076"/>
          <ac:picMkLst>
            <pc:docMk/>
            <pc:sldMk cId="2092300943" sldId="294"/>
            <ac:picMk id="6" creationId="{B18B0FB0-B0D8-5283-DF94-DD628BAF1C05}"/>
          </ac:picMkLst>
        </pc:picChg>
        <pc:picChg chg="del">
          <ac:chgData name="Éder Silva - SPS Power" userId="5f5aed2d-c409-4fd8-88f9-2db8717a9899" providerId="ADAL" clId="{1BDDBB02-A91A-4A2A-B06F-3120CC29CC12}" dt="2026-05-22T20:07:53.100" v="297" actId="478"/>
          <ac:picMkLst>
            <pc:docMk/>
            <pc:sldMk cId="2092300943" sldId="294"/>
            <ac:picMk id="9" creationId="{D343BD29-61DC-853A-CEEA-2BF0B00A252B}"/>
          </ac:picMkLst>
        </pc:picChg>
        <pc:picChg chg="del">
          <ac:chgData name="Éder Silva - SPS Power" userId="5f5aed2d-c409-4fd8-88f9-2db8717a9899" providerId="ADAL" clId="{1BDDBB02-A91A-4A2A-B06F-3120CC29CC12}" dt="2026-05-22T20:07:55.330" v="298" actId="478"/>
          <ac:picMkLst>
            <pc:docMk/>
            <pc:sldMk cId="2092300943" sldId="294"/>
            <ac:picMk id="11" creationId="{DB1D9A61-CDF7-E55B-F582-A38ABDFCE070}"/>
          </ac:picMkLst>
        </pc:picChg>
        <pc:picChg chg="add mod">
          <ac:chgData name="Éder Silva - SPS Power" userId="5f5aed2d-c409-4fd8-88f9-2db8717a9899" providerId="ADAL" clId="{1BDDBB02-A91A-4A2A-B06F-3120CC29CC12}" dt="2026-05-22T20:10:30.800" v="331"/>
          <ac:picMkLst>
            <pc:docMk/>
            <pc:sldMk cId="2092300943" sldId="294"/>
            <ac:picMk id="12" creationId="{6D0F2A85-DE57-4AAA-158B-16B900FFFCB5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2T20:14:07.987" v="394" actId="113"/>
        <pc:sldMkLst>
          <pc:docMk/>
          <pc:sldMk cId="683796853" sldId="295"/>
        </pc:sldMkLst>
        <pc:spChg chg="add mod">
          <ac:chgData name="Éder Silva - SPS Power" userId="5f5aed2d-c409-4fd8-88f9-2db8717a9899" providerId="ADAL" clId="{1BDDBB02-A91A-4A2A-B06F-3120CC29CC12}" dt="2026-05-22T20:14:07.987" v="394" actId="113"/>
          <ac:spMkLst>
            <pc:docMk/>
            <pc:sldMk cId="683796853" sldId="295"/>
            <ac:spMk id="2" creationId="{C37179B4-A10F-151E-4D0C-F482BD5A9EA4}"/>
          </ac:spMkLst>
        </pc:spChg>
        <pc:spChg chg="mod">
          <ac:chgData name="Éder Silva - SPS Power" userId="5f5aed2d-c409-4fd8-88f9-2db8717a9899" providerId="ADAL" clId="{1BDDBB02-A91A-4A2A-B06F-3120CC29CC12}" dt="2026-05-22T20:13:44.677" v="365" actId="1076"/>
          <ac:spMkLst>
            <pc:docMk/>
            <pc:sldMk cId="683796853" sldId="295"/>
            <ac:spMk id="3" creationId="{B15F8C6E-61D2-7E87-DB49-D1442DE6F788}"/>
          </ac:spMkLst>
        </pc:spChg>
        <pc:picChg chg="del">
          <ac:chgData name="Éder Silva - SPS Power" userId="5f5aed2d-c409-4fd8-88f9-2db8717a9899" providerId="ADAL" clId="{1BDDBB02-A91A-4A2A-B06F-3120CC29CC12}" dt="2026-05-22T20:13:41.835" v="364" actId="478"/>
          <ac:picMkLst>
            <pc:docMk/>
            <pc:sldMk cId="683796853" sldId="295"/>
            <ac:picMk id="6" creationId="{75C83AFE-D526-322A-32D9-2E8295BF2284}"/>
          </ac:picMkLst>
        </pc:picChg>
        <pc:picChg chg="del">
          <ac:chgData name="Éder Silva - SPS Power" userId="5f5aed2d-c409-4fd8-88f9-2db8717a9899" providerId="ADAL" clId="{1BDDBB02-A91A-4A2A-B06F-3120CC29CC12}" dt="2026-05-22T20:13:40.312" v="363" actId="478"/>
          <ac:picMkLst>
            <pc:docMk/>
            <pc:sldMk cId="683796853" sldId="295"/>
            <ac:picMk id="12" creationId="{54A15D7C-4ACC-D9EB-9E2F-A930ABB4EB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64453-579D-13AC-E4E5-F29BA9646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FE59BF-D859-7C25-B4C5-BD62F22DD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B3D32B-76A2-A8E5-1676-139163F8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CF4F3C-BD36-436F-4C7D-EDDE23E8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437870-658F-DAB1-1E65-196B04F7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018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6903F-8438-6D7E-85E4-4103566D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652073-4E72-2B05-F408-D3444FFBE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AF43C1-2882-5648-3378-84ACF004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FD33A5-0987-5D24-E9B8-AA09F956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9124EB-5658-3A2C-0294-8A3B1CB1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1882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57ADA-E61E-F80E-71D5-E6E5EDDE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A5F230-FF25-6E39-DE3D-826A84C3B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128229-BA7D-8A51-3E51-08BCADB9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867B31-3D7B-82B0-9DBC-AC227BD5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80BEB-417F-1665-A9C6-C5E87BA3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414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C979B-3971-6CEC-3C7C-DAC0F2B2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6A6B3-FA5E-E235-A97F-CA9B38071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51E9BC-C9F7-1D06-F596-C4C2BE2D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82D1F7-87B0-3538-EB54-6C46C2CB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C50F11-81F5-3EBD-5D45-02784F0D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034CF6-3479-CFB2-4926-61245ABB6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649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B2B26-DFC5-743F-2CED-37DB5C08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17DA00-B114-1BAF-EDED-85290330C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E89903-F29E-FAE5-D27F-D8A27AC74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2EF27AB-57D3-3667-D4F3-DD57ECDE4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993EAD-A127-9EC6-7448-4B673F62A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2D4932-2756-DC6E-55C5-ED59A8CA6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F30AC6-5EE2-5D20-658C-3517E97E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7485D8-2D82-A859-F16D-1FA3573F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774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BD5BF-3A0F-9A71-402B-145A79FE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27FFEC-2993-0153-2BA7-98E8DBEF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AA6013-2349-013C-D674-5F72E284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A436F1-7D5C-A97C-3DEE-1FBF14AB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502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67ABD2E-3A61-C247-2194-ACDB717F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127709-208F-EE92-390D-E125264A1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F1EA44-21B6-06CF-7040-F676B294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253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86E79-5079-8281-ED3B-F827637E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CB35D6-EAE5-C3C1-0928-A642B4C6F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090A5D-9E44-B36A-EE55-8DC510AD6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A809A3-9B41-BA82-CC1C-E492EEBE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03A26E-2AA6-3D66-2BA0-9668B3E8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EDE98A-5FC5-CD56-A710-B728B9F5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174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2CA28-91C8-A2B1-2B66-956E4511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BD0DC4A-C159-C19B-9378-890067745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6C09ED-1420-209E-52C1-C0368C589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6036F6-B53B-A0B1-DAEB-EE119761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7E61E7-BF3E-13D5-DBFB-0672CDC3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5657D6-64DF-1201-ADBD-39997940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938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7CFE2-7330-25C4-C5A0-36D964E8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52FFD0-EC2D-906F-64F1-BDE5DCEE0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48F5DE-E420-0DAA-D3B2-6BC87646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4600CD-538E-F6E6-2900-8F9ACE4A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7D8DDC-A3F0-BF69-0DBF-7BB2135B3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320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2845D6-995C-AF70-C99C-8294A1CFE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09F659-6295-54F9-85AB-47EA16F8D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5F5949-7E30-7EF8-98E1-1079ECA4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A96BA1-5FE4-86B7-DAFD-8B7BB136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41A82F-376D-2755-9436-078501492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16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D99D60-D30F-F192-7EA4-88BFE7E33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C34E1-11F5-12AC-7998-5C9D3249B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A4781A-5FE3-F785-8177-6DA632DD4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8B488-CD03-40A0-9124-F982B67D9293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6984CC-6C38-C9E0-4F17-D5D048106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A09F1D-21A8-F020-2648-31223F877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35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microsoft.com/office/2007/relationships/hdphoto" Target="../media/hdphoto1.wdp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6980B6C-6BA9-5402-577F-D5D60CFA8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C5A4151-2E28-4839-5608-B87DE4383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4D7A540-71D6-0D22-F693-B3F9A5FAD1F2}"/>
              </a:ext>
            </a:extLst>
          </p:cNvPr>
          <p:cNvSpPr txBox="1"/>
          <p:nvPr/>
        </p:nvSpPr>
        <p:spPr>
          <a:xfrm>
            <a:off x="961034" y="2452350"/>
            <a:ext cx="896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🎓 Aula 6 – Desenvolvimento Desktop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0C83C9A-5996-2875-19B2-8E0B26F549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0678" y="5400338"/>
            <a:ext cx="1209033" cy="120903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67EDBA0-DA72-1FA1-AF64-89C0CD6D7EEA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</p:spTree>
    <p:extLst>
      <p:ext uri="{BB962C8B-B14F-4D97-AF65-F5344CB8AC3E}">
        <p14:creationId xmlns:p14="http://schemas.microsoft.com/office/powerpoint/2010/main" val="590018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30A0-0B66-ED04-60D8-3C6F9D7D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1CF41E-0887-29BA-53F3-5167EAB20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" y="4119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5E762B4-D06A-272D-5D14-D399574AB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ABF101B-2F92-A409-26F4-0A497AD0F7D0}"/>
              </a:ext>
            </a:extLst>
          </p:cNvPr>
          <p:cNvSpPr txBox="1"/>
          <p:nvPr/>
        </p:nvSpPr>
        <p:spPr>
          <a:xfrm>
            <a:off x="2150758" y="1001357"/>
            <a:ext cx="64054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/>
              <a:t>🧠 Aula 6 — Desenvolvimento </a:t>
            </a:r>
          </a:p>
          <a:p>
            <a:pPr algn="ctr"/>
            <a:r>
              <a:rPr lang="pt-BR" sz="3200" b="1" dirty="0"/>
              <a:t>Desktop com Java e NetBeans 🚀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8774ABC-6C41-CDDE-C01A-1D5D687CB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0678" y="5400338"/>
            <a:ext cx="1209033" cy="12090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F32F377-001F-77EC-BFA2-8D43FFF517F7}"/>
              </a:ext>
            </a:extLst>
          </p:cNvPr>
          <p:cNvSpPr txBox="1"/>
          <p:nvPr/>
        </p:nvSpPr>
        <p:spPr>
          <a:xfrm>
            <a:off x="701268" y="2288231"/>
            <a:ext cx="3018680" cy="589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📌 JAVA SWING📦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C3E534-414B-6E21-2B03-34F5F9BB4C60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7ED466-F26B-82AF-7AAF-143EE2DCBE94}"/>
              </a:ext>
            </a:extLst>
          </p:cNvPr>
          <p:cNvSpPr txBox="1"/>
          <p:nvPr/>
        </p:nvSpPr>
        <p:spPr>
          <a:xfrm>
            <a:off x="701268" y="3544957"/>
            <a:ext cx="96694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No Java Swing, a forma mais rápida e comum de trabalhar com janelas.</a:t>
            </a:r>
          </a:p>
        </p:txBody>
      </p:sp>
    </p:spTree>
    <p:extLst>
      <p:ext uri="{BB962C8B-B14F-4D97-AF65-F5344CB8AC3E}">
        <p14:creationId xmlns:p14="http://schemas.microsoft.com/office/powerpoint/2010/main" val="151920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C0995-77B9-A268-FAE9-B791A616F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BB1DBBE-C852-6F8C-47E1-AC3F41133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5CEC31-A776-CCC5-1126-6D347E565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ACFAA7D-823A-541F-0F61-DFA178D1B552}"/>
              </a:ext>
            </a:extLst>
          </p:cNvPr>
          <p:cNvSpPr txBox="1"/>
          <p:nvPr/>
        </p:nvSpPr>
        <p:spPr>
          <a:xfrm>
            <a:off x="479719" y="1256465"/>
            <a:ext cx="3033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 SWING☕</a:t>
            </a:r>
            <a:endParaRPr lang="pt-BR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68F209-165A-13AC-BD41-A19BCF0D1BA9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B207B7-E4E7-269D-7A38-34353F649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305" y="2222090"/>
            <a:ext cx="3100184" cy="37230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C3B4FCA-4F6E-4FFD-61E4-1A8CDDE64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447" y="2222090"/>
            <a:ext cx="2873840" cy="37230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5879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148D-7600-3521-BA96-EBD8EAE9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DB633AE-38ED-5916-EC8A-94DD254D1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C25C6E6-6405-BC16-426F-447A5CD1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7A629ED-055A-3046-48CA-DE030A2A9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F28D017-742C-38F6-B7DA-F10449DA0992}"/>
              </a:ext>
            </a:extLst>
          </p:cNvPr>
          <p:cNvSpPr txBox="1"/>
          <p:nvPr/>
        </p:nvSpPr>
        <p:spPr>
          <a:xfrm>
            <a:off x="427909" y="969085"/>
            <a:ext cx="7319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🧠 Personalizando em Java SWING 🚀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4E1DAD-FBFC-27B5-D897-149C53C72727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E45A9FD-5F5B-3576-0D98-E1DC122D2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45" y="1662243"/>
            <a:ext cx="9881419" cy="49472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0800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C073-38A2-825B-180D-C5B7AD919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DEFF6B9-1E3E-B1F1-B7AE-F8C0D412F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82642D3-8617-1231-22F2-B579416F1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9A09D51-F2E9-7CBD-2DC8-7C3B378F90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046C167-D053-69A1-4709-0C31CB554EDD}"/>
              </a:ext>
            </a:extLst>
          </p:cNvPr>
          <p:cNvSpPr txBox="1"/>
          <p:nvPr/>
        </p:nvSpPr>
        <p:spPr>
          <a:xfrm>
            <a:off x="306955" y="1001357"/>
            <a:ext cx="8061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🧠 Colocando imagem em um </a:t>
            </a:r>
            <a:r>
              <a:rPr lang="pt-BR" sz="3200" b="1" dirty="0" err="1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Label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pt-BR" sz="3200" b="1" dirty="0" err="1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icon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pt-BR" sz="3200" b="1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E9EC48-F34E-A5F3-D5EF-A19E42383B85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EFE416D-0BF6-095D-FBCB-181F000D7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765" y="1662243"/>
            <a:ext cx="6671059" cy="49861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000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B9394-77B8-495F-E8C6-7905FBB0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BED8D2-C06A-3EF5-833F-C87ACC15E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0C5C754-61D9-8270-52A8-DEF936F51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23D01C6-03BC-F7A1-3F31-0059BDD46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994F234-0B4B-9A38-C829-321C89CACD7A}"/>
              </a:ext>
            </a:extLst>
          </p:cNvPr>
          <p:cNvSpPr txBox="1"/>
          <p:nvPr/>
        </p:nvSpPr>
        <p:spPr>
          <a:xfrm>
            <a:off x="381394" y="896810"/>
            <a:ext cx="6442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🧠CRIANDO A PRIMEIRA TELA 📚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E0E928-5C24-09DE-E194-0B323A8A03D4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628C1F5-8339-857B-0D25-3C3B2EEC7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679" y="1586694"/>
            <a:ext cx="6068021" cy="50004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698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2F6E0-4E06-9C8A-9FF3-09CFBF41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6D3FE4C-4BF7-13AF-60B2-CBCC29CA1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9AE55B-E201-266E-2DE7-E8FFC71D2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EDF1095-332C-D9AB-F630-34DF2E60F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8E17B19-62C4-7B2F-F58E-77D28D3FEE93}"/>
              </a:ext>
            </a:extLst>
          </p:cNvPr>
          <p:cNvSpPr txBox="1"/>
          <p:nvPr/>
        </p:nvSpPr>
        <p:spPr>
          <a:xfrm>
            <a:off x="381395" y="1463023"/>
            <a:ext cx="8542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Nomeando a Classe Principal (Projeto) 🚀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975F31-CEC6-DA93-C795-2A0D799FC610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BD35CA-A6E0-7F38-AFBD-FFD4F85B5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31" y="2204416"/>
            <a:ext cx="6498433" cy="44267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98537FF-930E-F2C1-A610-DBEE1248C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166" y="2959947"/>
            <a:ext cx="4345932" cy="32702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490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C796-0331-97F3-A9AC-12ED48293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AA69814-F630-CF52-2F47-E36EF88F4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FDADF0-D9C8-D948-8FB0-465ABE8A2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CC63A9D-4D79-E067-FFD3-587189B0C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98C1DAF-5C56-D2F6-44DD-4653E7E552C0}"/>
              </a:ext>
            </a:extLst>
          </p:cNvPr>
          <p:cNvSpPr txBox="1"/>
          <p:nvPr/>
        </p:nvSpPr>
        <p:spPr>
          <a:xfrm>
            <a:off x="440388" y="921682"/>
            <a:ext cx="6863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DEFININDO A MAIN DO PROJETO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529D01-EEFC-CCF5-E484-D3D319F2E215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24A9653-9A89-9CBE-A841-F1CEEF341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666" y="2051034"/>
            <a:ext cx="4496427" cy="42582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7B71F89-CBA1-5DB2-2CBB-782B8B009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1908" y="2947210"/>
            <a:ext cx="3772426" cy="31151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0488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5A45-62F1-F5BD-759B-731E1565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66C6350-5E1B-8C48-44F9-2DAD29BCE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38F108-6CFC-58D1-9314-1105BA081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7A2CB99-D332-02B7-A833-86B6C1874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BC31017-EADE-FB8C-EC4B-7CE5A47F47A8}"/>
              </a:ext>
            </a:extLst>
          </p:cNvPr>
          <p:cNvSpPr txBox="1"/>
          <p:nvPr/>
        </p:nvSpPr>
        <p:spPr>
          <a:xfrm>
            <a:off x="440388" y="921682"/>
            <a:ext cx="54996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Onde a Mágica Acontece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342B197-BF4C-AE3A-2418-868876DA22B3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74F2764-8FC8-33DF-B807-744A1827A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316" y="921682"/>
            <a:ext cx="3172268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74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280B-B218-ED7E-D40A-B01D01C1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5BFE3F5-BF4A-1683-4D24-5540CE89E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68AF38B-9D6E-A334-0841-34E85567B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2336619-6AAF-9876-334D-D77084A0A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855A6D3-6744-CD12-B365-C495E3BB6F5E}"/>
              </a:ext>
            </a:extLst>
          </p:cNvPr>
          <p:cNvSpPr txBox="1"/>
          <p:nvPr/>
        </p:nvSpPr>
        <p:spPr>
          <a:xfrm>
            <a:off x="440388" y="921682"/>
            <a:ext cx="5452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Alternando entre Janelas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1E58CB-2F08-9356-29FC-99F3C65FFE9E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1FCECFC-1700-103F-2398-D40867DE9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76" y="1662243"/>
            <a:ext cx="2781688" cy="21910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D92F430-F167-86A5-632C-0CB0A573B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820" y="4308396"/>
            <a:ext cx="10073531" cy="16279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0789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1CCD-07F6-37F8-845B-2AAE3C14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82F174E-0BAA-6422-F7A5-99498970C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E30B942-3DB5-767C-15F7-981B165E1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05A607E-9B7E-A768-A01A-27281D5A9B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98C5020-E44C-65B3-358B-BEFE1F7FD3D6}"/>
              </a:ext>
            </a:extLst>
          </p:cNvPr>
          <p:cNvSpPr txBox="1"/>
          <p:nvPr/>
        </p:nvSpPr>
        <p:spPr>
          <a:xfrm>
            <a:off x="440388" y="921682"/>
            <a:ext cx="5452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Alternando entre Janelas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CD3B92-477B-45F6-1C0A-B2EE9A9E7F69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C494FCF-1181-A14D-2CAC-E2D919DBE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76" y="1662243"/>
            <a:ext cx="2781688" cy="21910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D02F5E5-6221-1FBA-A772-7F7F535B04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471" y="4150687"/>
            <a:ext cx="10308331" cy="16004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868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6DBD-84EF-E334-11ED-3F3F8D5A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93A3646-FBA4-2AD5-B718-7E9117C21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A2BDA85-8C3E-2BDE-DDAB-2F49F40CD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5A45B71-F6BE-A19D-E180-A1D4603FF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43E2F34-2282-9FF3-9130-A26FF67DE59B}"/>
              </a:ext>
            </a:extLst>
          </p:cNvPr>
          <p:cNvSpPr txBox="1"/>
          <p:nvPr/>
        </p:nvSpPr>
        <p:spPr>
          <a:xfrm>
            <a:off x="440388" y="921682"/>
            <a:ext cx="5452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Alternando entre Janelas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77D04D-D83E-11AA-FA73-41ECD16BABDE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A46A9F-2F03-99C2-5656-A38B2AA0A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76" y="1662243"/>
            <a:ext cx="2781688" cy="21910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0FC669B-0A52-A9B3-98CD-D3F5403E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471" y="4150687"/>
            <a:ext cx="10308331" cy="16004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9618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BF7F-5BC9-418F-D47B-3F28ABFD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9913FED-ABAF-02B0-B60C-66303B2A1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AD79E83-2B37-149F-C4D1-1648AC965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8E96909-C4E9-BD7F-D04E-6BACEFFF3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76F394C-FADA-A3BF-322A-120EE397D616}"/>
              </a:ext>
            </a:extLst>
          </p:cNvPr>
          <p:cNvSpPr txBox="1"/>
          <p:nvPr/>
        </p:nvSpPr>
        <p:spPr>
          <a:xfrm>
            <a:off x="440388" y="921682"/>
            <a:ext cx="5454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Centralizando as Janelas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43822C-C05F-A7E6-DD62-D278C8435F5D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681DE9-252E-EE8F-F0BF-D0BD26756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88" y="2232557"/>
            <a:ext cx="7232131" cy="12984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7606DC2-823F-5E7A-8B63-5DD0032AA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814" y="4227617"/>
            <a:ext cx="7307432" cy="141660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1575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0D22-0767-2CC7-DAD9-0573FF33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4AD0E7C-3BCE-D1F3-EF12-C4E308B0C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CE178A7-55ED-8CB8-24D0-9C090B6A2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81DA48F-C0BE-35F8-5F9A-DCEBF8549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A262977-CA30-A66F-F543-4882FCD52CA9}"/>
              </a:ext>
            </a:extLst>
          </p:cNvPr>
          <p:cNvSpPr txBox="1"/>
          <p:nvPr/>
        </p:nvSpPr>
        <p:spPr>
          <a:xfrm>
            <a:off x="440388" y="921682"/>
            <a:ext cx="7372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a Classe USUÁRIO em Java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7650D7-9337-D2DC-521D-6036E57D354A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72BDEA7-6F90-B2B0-5868-1B6EB8F38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973" y="1713383"/>
            <a:ext cx="5515745" cy="31532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D758053-616E-348D-779F-B76789880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8312" y="2583925"/>
            <a:ext cx="6087715" cy="41021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7869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98FC0-B900-FF14-2FF2-9BAF29CF4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F552147-CB56-2724-8FEE-449B93C82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CDA404B-3C36-D10D-0053-99DD8D1CB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C6628F5-8278-3996-8486-A90C67073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DDC82DC-A1E8-FB6C-B77D-22D5CFD056F4}"/>
              </a:ext>
            </a:extLst>
          </p:cNvPr>
          <p:cNvSpPr txBox="1"/>
          <p:nvPr/>
        </p:nvSpPr>
        <p:spPr>
          <a:xfrm>
            <a:off x="440388" y="921682"/>
            <a:ext cx="7372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a Classe USUÁRIO em Java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A6D26-392C-2ED8-E44F-2BE969FCC446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7DDE53D-8A8F-C10B-A312-2F9564517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88" y="1808517"/>
            <a:ext cx="4991797" cy="22577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14DA122-013D-90C0-3DB3-AC1AE893AB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048" y="2518780"/>
            <a:ext cx="3543795" cy="40201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4948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7150-3E88-9979-22C0-747AB39E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0169929-610A-B868-723B-F45A5F947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65D46BC-9BD2-B859-F827-00B824FD6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E0CD965-44E8-D36F-F851-477BA8958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9753C44-DAFB-D02F-98CA-71F934AB83B9}"/>
              </a:ext>
            </a:extLst>
          </p:cNvPr>
          <p:cNvSpPr txBox="1"/>
          <p:nvPr/>
        </p:nvSpPr>
        <p:spPr>
          <a:xfrm>
            <a:off x="440388" y="921682"/>
            <a:ext cx="7372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a Classe USUÁRIO em Java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417DBB-B204-A089-123E-B4937937829F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2942403-F163-7259-22B5-A797F8A52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60" y="1636438"/>
            <a:ext cx="3728411" cy="48864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2BE5AFB-4635-61A9-7AAB-5EF92FD4D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015" y="2029839"/>
            <a:ext cx="4431456" cy="44564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46660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69BC-950F-9E9B-F01F-1CF09CE1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5A5DBC9-5AB6-386A-54CF-35981F83A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3ACE40B-0C8C-24C5-F0C5-317BE4797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7315600-AE40-0242-CF72-1A285EDCD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99E0124-F4CF-AAA4-B3CA-22C1578B9B84}"/>
              </a:ext>
            </a:extLst>
          </p:cNvPr>
          <p:cNvSpPr txBox="1"/>
          <p:nvPr/>
        </p:nvSpPr>
        <p:spPr>
          <a:xfrm>
            <a:off x="440388" y="921682"/>
            <a:ext cx="63498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Construtor da Classe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004ACB-9DDB-C4B7-EE37-A5256F7C5676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8B0FB0-B0D8-5283-DF94-DD628BAF1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60" y="3432254"/>
            <a:ext cx="9145222" cy="15409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D0F2A85-DE57-4AAA-158B-16B900FFFCB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4960" y="1923039"/>
            <a:ext cx="9352541" cy="142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009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5FA0-C40D-7C09-ED4D-155FC0E9D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E4B945A-CDB3-6595-1EDE-75762D89B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773C477-4FCF-FC29-7081-A07923D88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AD89318-CDA9-5D1A-8D59-20774F18B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15F8C6E-61D2-7E87-DB49-D1442DE6F788}"/>
              </a:ext>
            </a:extLst>
          </p:cNvPr>
          <p:cNvSpPr txBox="1"/>
          <p:nvPr/>
        </p:nvSpPr>
        <p:spPr>
          <a:xfrm>
            <a:off x="440388" y="1560779"/>
            <a:ext cx="49336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Trabalhando com Java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7B963A-ABB6-36A0-FF7C-A0F3A4EF1DB2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37179B4-A10F-151E-4D0C-F482BD5A9EA4}"/>
              </a:ext>
            </a:extLst>
          </p:cNvPr>
          <p:cNvSpPr txBox="1"/>
          <p:nvPr/>
        </p:nvSpPr>
        <p:spPr>
          <a:xfrm>
            <a:off x="3421626" y="3352800"/>
            <a:ext cx="54348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 err="1"/>
              <a:t>To</a:t>
            </a:r>
            <a:r>
              <a:rPr lang="pt-BR" sz="4800" b="1" dirty="0"/>
              <a:t> </a:t>
            </a:r>
            <a:r>
              <a:rPr lang="pt-BR" sz="4800" b="1" dirty="0" err="1"/>
              <a:t>be</a:t>
            </a:r>
            <a:r>
              <a:rPr lang="pt-BR" sz="4800" b="1" dirty="0"/>
              <a:t> </a:t>
            </a:r>
            <a:r>
              <a:rPr lang="pt-BR" sz="4800" b="1" dirty="0" err="1"/>
              <a:t>Continued</a:t>
            </a:r>
            <a:r>
              <a:rPr lang="pt-BR" sz="4800" b="1" dirty="0"/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683796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EB7C-5444-68CC-3ECE-D94F73B3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6E75E51-84BE-BEA2-FBAC-DCC993A96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24B4DAA-2A52-4074-A384-EFF21A889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9" name="Imagem 8" descr="Homem sentado em cadeira&#10;&#10;O conteúdo gerado por IA pode estar incorreto.">
            <a:extLst>
              <a:ext uri="{FF2B5EF4-FFF2-40B4-BE49-F238E27FC236}">
                <a16:creationId xmlns:a16="http://schemas.microsoft.com/office/drawing/2014/main" id="{714106B4-37DC-6871-E5D3-5FD363D04F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974" l="9970" r="91518">
                        <a14:foregroundMark x1="20833" y1="29362" x2="20536" y2="36589"/>
                        <a14:foregroundMark x1="20536" y1="36589" x2="21875" y2="35482"/>
                        <a14:foregroundMark x1="91518" y1="46354" x2="86458" y2="54753"/>
                        <a14:foregroundMark x1="86458" y1="54753" x2="87500" y2="54492"/>
                        <a14:foregroundMark x1="20833" y1="29167" x2="17262" y2="36458"/>
                        <a14:foregroundMark x1="17262" y1="36458" x2="19792" y2="36849"/>
                        <a14:foregroundMark x1="40476" y1="12891" x2="39435" y2="13802"/>
                        <a14:foregroundMark x1="81250" y1="72982" x2="89583" y2="78190"/>
                        <a14:foregroundMark x1="87946" y1="74544" x2="88988" y2="75000"/>
                        <a14:foregroundMark x1="89583" y1="75456" x2="90030" y2="75456"/>
                        <a14:backgroundMark x1="55506" y1="65299" x2="65179" y2="66211"/>
                        <a14:backgroundMark x1="39881" y1="68685" x2="41518" y2="64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91" b="9830"/>
          <a:stretch>
            <a:fillRect/>
          </a:stretch>
        </p:blipFill>
        <p:spPr>
          <a:xfrm>
            <a:off x="-3892932" y="1243354"/>
            <a:ext cx="2370462" cy="437129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37D8297-B040-C82E-9F6F-F77735B7AC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924" y="4693920"/>
            <a:ext cx="1874860" cy="1874860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0686410D-FC67-169B-D31B-2313E407217F}"/>
              </a:ext>
            </a:extLst>
          </p:cNvPr>
          <p:cNvSpPr/>
          <p:nvPr/>
        </p:nvSpPr>
        <p:spPr>
          <a:xfrm>
            <a:off x="-7159434" y="-1502977"/>
            <a:ext cx="7132320" cy="8915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 descr="Homem sentado em cadeira&#10;&#10;O conteúdo gerado por IA pode estar incorreto.">
            <a:extLst>
              <a:ext uri="{FF2B5EF4-FFF2-40B4-BE49-F238E27FC236}">
                <a16:creationId xmlns:a16="http://schemas.microsoft.com/office/drawing/2014/main" id="{B3E2CE6C-C112-81F7-233B-736C9EBB6C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974" l="9970" r="91518">
                        <a14:foregroundMark x1="20833" y1="29362" x2="20536" y2="36589"/>
                        <a14:foregroundMark x1="20536" y1="36589" x2="21875" y2="35482"/>
                        <a14:foregroundMark x1="91518" y1="46354" x2="86458" y2="54753"/>
                        <a14:foregroundMark x1="86458" y1="54753" x2="87500" y2="54492"/>
                        <a14:foregroundMark x1="20833" y1="29167" x2="17262" y2="36458"/>
                        <a14:foregroundMark x1="17262" y1="36458" x2="19792" y2="36849"/>
                        <a14:foregroundMark x1="40476" y1="12891" x2="39435" y2="13802"/>
                        <a14:foregroundMark x1="81250" y1="72982" x2="89583" y2="78190"/>
                        <a14:foregroundMark x1="87946" y1="74544" x2="88988" y2="75000"/>
                        <a14:foregroundMark x1="89583" y1="75456" x2="90030" y2="75456"/>
                        <a14:backgroundMark x1="55506" y1="65299" x2="65179" y2="66211"/>
                        <a14:backgroundMark x1="39881" y1="68685" x2="41518" y2="64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91" b="9830"/>
          <a:stretch>
            <a:fillRect/>
          </a:stretch>
        </p:blipFill>
        <p:spPr>
          <a:xfrm>
            <a:off x="-3865818" y="1001357"/>
            <a:ext cx="2370462" cy="437129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3DE6085-F90C-4F58-FF19-66DC13D0841B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6AD103-C08D-13FF-85A0-9F6CFB596243}"/>
              </a:ext>
            </a:extLst>
          </p:cNvPr>
          <p:cNvSpPr txBox="1"/>
          <p:nvPr/>
        </p:nvSpPr>
        <p:spPr>
          <a:xfrm>
            <a:off x="527876" y="2604179"/>
            <a:ext cx="94705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4000" dirty="0"/>
              <a:t>“Todo sistema gigantesco começou </a:t>
            </a:r>
          </a:p>
          <a:p>
            <a:pPr algn="ctr"/>
            <a:r>
              <a:rPr lang="pt-BR" sz="4000" dirty="0"/>
              <a:t>com uma simples linha de código.”</a:t>
            </a:r>
            <a:r>
              <a:rPr lang="pt-BR" sz="40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1949797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6CA54-C517-F5A5-4FD3-1A23FA79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BD239AD-C88A-919E-2440-57665068C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518B296-09AE-1203-ABBD-EE4B9B141522}"/>
              </a:ext>
            </a:extLst>
          </p:cNvPr>
          <p:cNvSpPr/>
          <p:nvPr/>
        </p:nvSpPr>
        <p:spPr>
          <a:xfrm>
            <a:off x="5104710" y="1245687"/>
            <a:ext cx="32880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Obrigado! </a:t>
            </a:r>
          </a:p>
        </p:txBody>
      </p:sp>
      <p:sp>
        <p:nvSpPr>
          <p:cNvPr id="3" name="CaixaDeTexto 14">
            <a:extLst>
              <a:ext uri="{FF2B5EF4-FFF2-40B4-BE49-F238E27FC236}">
                <a16:creationId xmlns:a16="http://schemas.microsoft.com/office/drawing/2014/main" id="{1251D62D-AE5E-1A5D-3785-CB85FDA1C7DB}"/>
              </a:ext>
            </a:extLst>
          </p:cNvPr>
          <p:cNvSpPr txBox="1"/>
          <p:nvPr/>
        </p:nvSpPr>
        <p:spPr>
          <a:xfrm>
            <a:off x="4839096" y="3194842"/>
            <a:ext cx="45864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latin typeface="Amasis MT Pro Black" panose="02040A04050005020304" pitchFamily="18" charset="0"/>
              </a:rPr>
              <a:t>Prof. Éder Silva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2DA6108-CAF5-EDB7-E153-E9CE27E7C0F9}"/>
              </a:ext>
            </a:extLst>
          </p:cNvPr>
          <p:cNvSpPr/>
          <p:nvPr/>
        </p:nvSpPr>
        <p:spPr>
          <a:xfrm>
            <a:off x="-3192200" y="-878137"/>
            <a:ext cx="7132320" cy="8915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0BAC5D6-4EAC-FD80-0BF4-AA8340949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871" y="4454338"/>
            <a:ext cx="1157975" cy="1157975"/>
          </a:xfrm>
          <a:prstGeom prst="rect">
            <a:avLst/>
          </a:prstGeom>
        </p:spPr>
      </p:pic>
      <p:pic>
        <p:nvPicPr>
          <p:cNvPr id="4" name="Imagem 3" descr="Homem sentado em cadeira&#10;&#10;O conteúdo gerado por IA pode estar incorreto.">
            <a:extLst>
              <a:ext uri="{FF2B5EF4-FFF2-40B4-BE49-F238E27FC236}">
                <a16:creationId xmlns:a16="http://schemas.microsoft.com/office/drawing/2014/main" id="{CA6E142D-6257-C9BB-F6F9-104713A25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974" l="9970" r="91518">
                        <a14:foregroundMark x1="20833" y1="29362" x2="20536" y2="36589"/>
                        <a14:foregroundMark x1="20536" y1="36589" x2="21875" y2="35482"/>
                        <a14:foregroundMark x1="91518" y1="46354" x2="86458" y2="54753"/>
                        <a14:foregroundMark x1="86458" y1="54753" x2="87500" y2="54492"/>
                        <a14:foregroundMark x1="20833" y1="29167" x2="17262" y2="36458"/>
                        <a14:foregroundMark x1="17262" y1="36458" x2="19792" y2="36849"/>
                        <a14:foregroundMark x1="40476" y1="12891" x2="39435" y2="13802"/>
                        <a14:foregroundMark x1="81250" y1="72982" x2="89583" y2="78190"/>
                        <a14:foregroundMark x1="87946" y1="74544" x2="88988" y2="75000"/>
                        <a14:foregroundMark x1="89583" y1="75456" x2="90030" y2="75456"/>
                        <a14:backgroundMark x1="55506" y1="65299" x2="65179" y2="66211"/>
                        <a14:backgroundMark x1="39881" y1="68685" x2="41518" y2="64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91" b="9830"/>
          <a:stretch>
            <a:fillRect/>
          </a:stretch>
        </p:blipFill>
        <p:spPr>
          <a:xfrm>
            <a:off x="1085184" y="1393917"/>
            <a:ext cx="2370462" cy="43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08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4014</TotalTime>
  <Words>224</Words>
  <Application>Microsoft Office PowerPoint</Application>
  <PresentationFormat>Widescreen</PresentationFormat>
  <Paragraphs>45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ADLaM Display</vt:lpstr>
      <vt:lpstr>Amasis MT Pro Black</vt:lpstr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Éder Silva - SPS Power</dc:creator>
  <cp:lastModifiedBy>Éder Silva - SPS Power</cp:lastModifiedBy>
  <cp:revision>14</cp:revision>
  <dcterms:created xsi:type="dcterms:W3CDTF">2026-03-10T14:19:33Z</dcterms:created>
  <dcterms:modified xsi:type="dcterms:W3CDTF">2026-05-22T23:08:07Z</dcterms:modified>
</cp:coreProperties>
</file>